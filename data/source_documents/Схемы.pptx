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8" r:id="rId3"/>
    <p:sldId id="259" r:id="rId4"/>
    <p:sldId id="260" r:id="rId5"/>
    <p:sldId id="261" r:id="rId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BD82"/>
    <a:srgbClr val="FF9933"/>
    <a:srgbClr val="FFFFFF"/>
    <a:srgbClr val="0000FF"/>
    <a:srgbClr val="00FF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474" autoAdjust="0"/>
    <p:restoredTop sz="63863" autoAdjust="0"/>
  </p:normalViewPr>
  <p:slideViewPr>
    <p:cSldViewPr snapToGrid="0" showGuides="1">
      <p:cViewPr>
        <p:scale>
          <a:sx n="50" d="100"/>
          <a:sy n="50" d="100"/>
        </p:scale>
        <p:origin x="-396" y="24"/>
      </p:cViewPr>
      <p:guideLst>
        <p:guide orient="horz" pos="2160"/>
        <p:guide pos="3840"/>
        <p:guide orient="horz" pos="13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9B276-E5AA-4A39-85ED-E1B6EE484E2C}" type="datetimeFigureOut">
              <a:rPr lang="ru-RU" smtClean="0"/>
              <a:t>20.06.2026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8081C-311A-4B33-B7E4-60E6AC312301}" type="slidenum">
              <a:rPr lang="ru-RU" smtClean="0"/>
              <a:t>‹#›</a:t>
            </a:fld>
            <a:endParaRPr lang="ru-RU"/>
          </a:p>
        </p:txBody>
      </p:sp>
    </p:spTree>
    <p:extLst>
      <p:ext uri="{BB962C8B-B14F-4D97-AF65-F5344CB8AC3E}">
        <p14:creationId xmlns:p14="http://schemas.microsoft.com/office/powerpoint/2010/main" val="360633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Лейкосапфир толщиной 525 мкм стоит непосредственно перед рентгеновской маской, которая представляет из себя мембрану титана толщиной 2,3 мкм, на ней нанесен слой золота толщиной 22 мкм. В нём отверстие квадратной формы со стороной (размер дан в таблице).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20 см перед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лейкосапфиром</a:t>
            </a:r>
            <a:r>
              <a:rPr lang="ru-RU" sz="1800" dirty="0">
                <a:effectLst/>
                <a:latin typeface="Calibri" panose="020F0502020204030204" pitchFamily="34" charset="0"/>
                <a:ea typeface="Calibri" panose="020F0502020204030204" pitchFamily="34" charset="0"/>
                <a:cs typeface="Times New Roman" panose="02020603050405020304" pitchFamily="18" charset="0"/>
              </a:rPr>
              <a:t> стоит алюминиевая фольга толщиной 300 мкм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Перед слоем ПММА стоит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каптоновая</a:t>
            </a:r>
            <a:r>
              <a:rPr lang="ru-RU" sz="1800" dirty="0">
                <a:effectLst/>
                <a:latin typeface="Calibri" panose="020F0502020204030204" pitchFamily="34" charset="0"/>
                <a:ea typeface="Calibri" panose="020F0502020204030204" pitchFamily="34" charset="0"/>
                <a:cs typeface="Times New Roman" panose="02020603050405020304" pitchFamily="18" charset="0"/>
              </a:rPr>
              <a:t> плёнка толщиной 20 мкм.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Энергия электронов 2 ГэВ, расстояние до источника излучения 20,3 м, амплитуда сканирования вверх 15 мм от плоскости орбиты и вниз 15 мм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Экспозиционная доза 37000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мАмин</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В самом начале канала бериллиевая фольга толщиной 500 мкм. </a:t>
            </a:r>
          </a:p>
        </p:txBody>
      </p:sp>
      <p:sp>
        <p:nvSpPr>
          <p:cNvPr id="4" name="Номер слайда 3"/>
          <p:cNvSpPr>
            <a:spLocks noGrp="1"/>
          </p:cNvSpPr>
          <p:nvPr>
            <p:ph type="sldNum" sz="quarter" idx="5"/>
          </p:nvPr>
        </p:nvSpPr>
        <p:spPr/>
        <p:txBody>
          <a:bodyPr/>
          <a:lstStyle/>
          <a:p>
            <a:fld id="{7B78081C-311A-4B33-B7E4-60E6AC312301}" type="slidenum">
              <a:rPr lang="ru-RU" smtClean="0"/>
              <a:t>1</a:t>
            </a:fld>
            <a:endParaRPr lang="ru-RU"/>
          </a:p>
        </p:txBody>
      </p:sp>
    </p:spTree>
    <p:extLst>
      <p:ext uri="{BB962C8B-B14F-4D97-AF65-F5344CB8AC3E}">
        <p14:creationId xmlns:p14="http://schemas.microsoft.com/office/powerpoint/2010/main" val="3667137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Лейкосапфир толщиной 525 мкм стоит впереди рентгеновской маски на расстоянии 280 мм от неё, которая представляет из себя мембрану титана толщиной 2,3 мкм, на ней нанесен слой золота толщиной 22 мкм. В нём отверстие квадратной формы со стороной (размер дан в таблице).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перед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лейкосапфиром</a:t>
            </a:r>
            <a:r>
              <a:rPr lang="ru-RU" sz="1800" dirty="0">
                <a:effectLst/>
                <a:latin typeface="Calibri" panose="020F0502020204030204" pitchFamily="34" charset="0"/>
                <a:ea typeface="Calibri" panose="020F0502020204030204" pitchFamily="34" charset="0"/>
                <a:cs typeface="Times New Roman" panose="02020603050405020304" pitchFamily="18" charset="0"/>
              </a:rPr>
              <a:t> стоит алюминиевая фольга толщиной 300 мкм </a:t>
            </a:r>
          </a:p>
          <a:p>
            <a:pPr>
              <a:lnSpc>
                <a:spcPct val="107000"/>
              </a:lnSpc>
              <a:spcAft>
                <a:spcPts val="800"/>
              </a:spcAft>
            </a:pPr>
            <a:r>
              <a:rPr lang="ru-RU" sz="1800" dirty="0" err="1">
                <a:effectLst/>
                <a:latin typeface="Calibri" panose="020F0502020204030204" pitchFamily="34" charset="0"/>
                <a:ea typeface="Calibri" panose="020F0502020204030204" pitchFamily="34" charset="0"/>
                <a:cs typeface="Times New Roman" panose="02020603050405020304" pitchFamily="18" charset="0"/>
              </a:rPr>
              <a:t>каптоновая</a:t>
            </a:r>
            <a:r>
              <a:rPr lang="ru-RU" sz="1800" dirty="0">
                <a:effectLst/>
                <a:latin typeface="Calibri" panose="020F0502020204030204" pitchFamily="34" charset="0"/>
                <a:ea typeface="Calibri" panose="020F0502020204030204" pitchFamily="34" charset="0"/>
                <a:cs typeface="Times New Roman" panose="02020603050405020304" pitchFamily="18" charset="0"/>
              </a:rPr>
              <a:t> плёнка толщиной 25 мкм стоит непосредственно перед слоем ПММА.</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Энергия электронов 2 ГэВ, расстояние до источника излучения 20,3 м, амплитуда сканирования вверх 15 мм от плоскости орбиты и вниз 15 мм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Экспозиционная доза 30000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мАмин</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В самом начале канала бериллиевая фольга толщиной 500 мкм. </a:t>
            </a:r>
          </a:p>
        </p:txBody>
      </p:sp>
      <p:sp>
        <p:nvSpPr>
          <p:cNvPr id="4" name="Номер слайда 3"/>
          <p:cNvSpPr>
            <a:spLocks noGrp="1"/>
          </p:cNvSpPr>
          <p:nvPr>
            <p:ph type="sldNum" sz="quarter" idx="5"/>
          </p:nvPr>
        </p:nvSpPr>
        <p:spPr/>
        <p:txBody>
          <a:bodyPr/>
          <a:lstStyle/>
          <a:p>
            <a:fld id="{7B78081C-311A-4B33-B7E4-60E6AC312301}" type="slidenum">
              <a:rPr lang="ru-RU" smtClean="0"/>
              <a:t>2</a:t>
            </a:fld>
            <a:endParaRPr lang="ru-RU"/>
          </a:p>
        </p:txBody>
      </p:sp>
    </p:spTree>
    <p:extLst>
      <p:ext uri="{BB962C8B-B14F-4D97-AF65-F5344CB8AC3E}">
        <p14:creationId xmlns:p14="http://schemas.microsoft.com/office/powerpoint/2010/main" val="1460590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Бериллиевая фольга толщиной 200 мкм стоит непосредственно перед рентгеновской маской, которая представляет из себя мембрану титана толщиной 2,3 мкм, на ней нанесен слой золота толщиной 22 мкм. В нём отверстие квадратной формы со стороной (размер дан в таблице).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20 см перед бериллиевой фольгой стоит алюминиевая фольга толщиной 800 мкм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Непосредственно перед слоем ПММА стоит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каптоновая</a:t>
            </a:r>
            <a:r>
              <a:rPr lang="ru-RU" sz="1800" dirty="0">
                <a:effectLst/>
                <a:latin typeface="Calibri" panose="020F0502020204030204" pitchFamily="34" charset="0"/>
                <a:ea typeface="Calibri" panose="020F0502020204030204" pitchFamily="34" charset="0"/>
                <a:cs typeface="Times New Roman" panose="02020603050405020304" pitchFamily="18" charset="0"/>
              </a:rPr>
              <a:t> плёнка толщиной 25 мкм.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Энергия электронов 2 ГэВ, расстояние до источника излучения 20,3 м, амплитуда сканирования вверх 15 мм от плоскости орбиты и вниз 15 мм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Экспозиционная доза 30000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мАмин</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В самом начале канала бериллиевая фольга толщиной 500 мкм. </a:t>
            </a:r>
          </a:p>
        </p:txBody>
      </p:sp>
      <p:sp>
        <p:nvSpPr>
          <p:cNvPr id="4" name="Номер слайда 3"/>
          <p:cNvSpPr>
            <a:spLocks noGrp="1"/>
          </p:cNvSpPr>
          <p:nvPr>
            <p:ph type="sldNum" sz="quarter" idx="5"/>
          </p:nvPr>
        </p:nvSpPr>
        <p:spPr/>
        <p:txBody>
          <a:bodyPr/>
          <a:lstStyle/>
          <a:p>
            <a:fld id="{7B78081C-311A-4B33-B7E4-60E6AC312301}" type="slidenum">
              <a:rPr lang="ru-RU" smtClean="0"/>
              <a:t>3</a:t>
            </a:fld>
            <a:endParaRPr lang="ru-RU"/>
          </a:p>
        </p:txBody>
      </p:sp>
    </p:spTree>
    <p:extLst>
      <p:ext uri="{BB962C8B-B14F-4D97-AF65-F5344CB8AC3E}">
        <p14:creationId xmlns:p14="http://schemas.microsoft.com/office/powerpoint/2010/main" val="3974301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Стеклоуглерод толщиной 475 мкм стоит непосредственно перед рентгеновской маской, которая представляет из себя мембрану титана толщиной 2,3 мкм, на ней нанесен слой золота толщиной 22 мкм. В нём отверстие квадратной формы со стороной (размер дан в таблице).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20 см перед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стеклоуглеродом</a:t>
            </a:r>
            <a:r>
              <a:rPr lang="ru-RU" sz="1800" dirty="0">
                <a:effectLst/>
                <a:latin typeface="Calibri" panose="020F0502020204030204" pitchFamily="34" charset="0"/>
                <a:ea typeface="Calibri" panose="020F0502020204030204" pitchFamily="34" charset="0"/>
                <a:cs typeface="Times New Roman" panose="02020603050405020304" pitchFamily="18" charset="0"/>
              </a:rPr>
              <a:t> стоит алюминиевая фольга толщиной 450 мкм</a:t>
            </a:r>
          </a:p>
          <a:p>
            <a:pPr>
              <a:lnSpc>
                <a:spcPct val="107000"/>
              </a:lnSpc>
              <a:spcAft>
                <a:spcPts val="800"/>
              </a:spcAft>
            </a:pPr>
            <a:r>
              <a:rPr lang="ru-RU" sz="1800" dirty="0" err="1">
                <a:effectLst/>
                <a:latin typeface="Calibri" panose="020F0502020204030204" pitchFamily="34" charset="0"/>
                <a:ea typeface="Calibri" panose="020F0502020204030204" pitchFamily="34" charset="0"/>
                <a:cs typeface="Times New Roman" panose="02020603050405020304" pitchFamily="18" charset="0"/>
              </a:rPr>
              <a:t>Каптоновая</a:t>
            </a:r>
            <a:r>
              <a:rPr lang="ru-RU" sz="1800" dirty="0">
                <a:effectLst/>
                <a:latin typeface="Calibri" panose="020F0502020204030204" pitchFamily="34" charset="0"/>
                <a:ea typeface="Calibri" panose="020F0502020204030204" pitchFamily="34" charset="0"/>
                <a:cs typeface="Times New Roman" panose="02020603050405020304" pitchFamily="18" charset="0"/>
              </a:rPr>
              <a:t> плёнка толщиной 25мкм непосредственно перед слоем ПММА.</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Энергия электронов 2 ГэВ, расстояние до источника излучения 20,3 м, амплитуда сканирования вверх 15 мм от плоскости орбиты и вниз 15 мм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Экспозиционная доза 30000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мАмин</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В самом начале канала бериллиевая фольга толщиной 500 мкм. </a:t>
            </a:r>
          </a:p>
        </p:txBody>
      </p:sp>
      <p:sp>
        <p:nvSpPr>
          <p:cNvPr id="4" name="Номер слайда 3"/>
          <p:cNvSpPr>
            <a:spLocks noGrp="1"/>
          </p:cNvSpPr>
          <p:nvPr>
            <p:ph type="sldNum" sz="quarter" idx="5"/>
          </p:nvPr>
        </p:nvSpPr>
        <p:spPr/>
        <p:txBody>
          <a:bodyPr/>
          <a:lstStyle/>
          <a:p>
            <a:fld id="{7B78081C-311A-4B33-B7E4-60E6AC312301}" type="slidenum">
              <a:rPr lang="ru-RU" smtClean="0"/>
              <a:t>4</a:t>
            </a:fld>
            <a:endParaRPr lang="ru-RU"/>
          </a:p>
        </p:txBody>
      </p:sp>
    </p:spTree>
    <p:extLst>
      <p:ext uri="{BB962C8B-B14F-4D97-AF65-F5344CB8AC3E}">
        <p14:creationId xmlns:p14="http://schemas.microsoft.com/office/powerpoint/2010/main" val="122254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Стеклоуглерод толщиной 475 мкм стоит непосредственно перед рентгеновской маской, которая представляет из себя мембрану титана толщиной 2,3 мкм, на ней нанесен слой золота толщиной 22 мкм. В нём отверстие квадратной формы со стороной (размер дан в таблице). </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20 см перед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стеклоуглеродом</a:t>
            </a:r>
            <a:r>
              <a:rPr lang="ru-RU" sz="1800" dirty="0">
                <a:effectLst/>
                <a:latin typeface="Calibri" panose="020F0502020204030204" pitchFamily="34" charset="0"/>
                <a:ea typeface="Calibri" panose="020F0502020204030204" pitchFamily="34" charset="0"/>
                <a:cs typeface="Times New Roman" panose="02020603050405020304" pitchFamily="18" charset="0"/>
              </a:rPr>
              <a:t> стоит алюминиевая фольга толщиной 450 мкм</a:t>
            </a:r>
          </a:p>
          <a:p>
            <a:pPr>
              <a:lnSpc>
                <a:spcPct val="107000"/>
              </a:lnSpc>
              <a:spcAft>
                <a:spcPts val="800"/>
              </a:spcAft>
            </a:pPr>
            <a:r>
              <a:rPr lang="ru-RU" sz="1800" dirty="0" err="1">
                <a:effectLst/>
                <a:latin typeface="Calibri" panose="020F0502020204030204" pitchFamily="34" charset="0"/>
                <a:ea typeface="Calibri" panose="020F0502020204030204" pitchFamily="34" charset="0"/>
                <a:cs typeface="Times New Roman" panose="02020603050405020304" pitchFamily="18" charset="0"/>
              </a:rPr>
              <a:t>Каптоновая</a:t>
            </a:r>
            <a:r>
              <a:rPr lang="ru-RU" sz="1800" dirty="0">
                <a:effectLst/>
                <a:latin typeface="Calibri" panose="020F0502020204030204" pitchFamily="34" charset="0"/>
                <a:ea typeface="Calibri" panose="020F0502020204030204" pitchFamily="34" charset="0"/>
                <a:cs typeface="Times New Roman" panose="02020603050405020304" pitchFamily="18" charset="0"/>
              </a:rPr>
              <a:t> плёнка толщиной 25мкм непосредственно перед слоем ПММА.</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Энергия электронов 2 ГэВ, расстояние до источника излучения 20,3 м, амплитуда сканирования вверх 15 мм от плоскости орбиты и вниз 15 мм</a:t>
            </a: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Экспозиционная доза 30000 </a:t>
            </a:r>
            <a:r>
              <a:rPr lang="ru-RU" sz="1800" dirty="0" err="1">
                <a:effectLst/>
                <a:latin typeface="Calibri" panose="020F0502020204030204" pitchFamily="34" charset="0"/>
                <a:ea typeface="Calibri" panose="020F0502020204030204" pitchFamily="34" charset="0"/>
                <a:cs typeface="Times New Roman" panose="02020603050405020304" pitchFamily="18" charset="0"/>
              </a:rPr>
              <a:t>мАмин</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В самом начале канала бериллиевая фольга толщиной 500 мкм. </a:t>
            </a:r>
          </a:p>
        </p:txBody>
      </p:sp>
      <p:sp>
        <p:nvSpPr>
          <p:cNvPr id="4" name="Номер слайда 3"/>
          <p:cNvSpPr>
            <a:spLocks noGrp="1"/>
          </p:cNvSpPr>
          <p:nvPr>
            <p:ph type="sldNum" sz="quarter" idx="5"/>
          </p:nvPr>
        </p:nvSpPr>
        <p:spPr/>
        <p:txBody>
          <a:bodyPr/>
          <a:lstStyle/>
          <a:p>
            <a:fld id="{7B78081C-311A-4B33-B7E4-60E6AC312301}" type="slidenum">
              <a:rPr lang="ru-RU" smtClean="0"/>
              <a:t>5</a:t>
            </a:fld>
            <a:endParaRPr lang="ru-RU"/>
          </a:p>
        </p:txBody>
      </p:sp>
    </p:spTree>
    <p:extLst>
      <p:ext uri="{BB962C8B-B14F-4D97-AF65-F5344CB8AC3E}">
        <p14:creationId xmlns:p14="http://schemas.microsoft.com/office/powerpoint/2010/main" val="4150563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894714-0368-40D2-8F5A-5538E42C93D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7028BB14-E588-481B-9D74-E67CA3225A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63AB133-2D8C-4A5A-8C5D-BE9EA07C2DFC}"/>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5990E5F7-3598-4772-961A-A15497ACC0A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2CB5102-219F-46E0-B0A0-F90C6A951638}"/>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4190247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A0BAA7-103F-4624-B455-4DAD46FDA57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1C2B5CC-D6BD-4B75-B426-DEF09D3052E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027C29B-BF00-412F-9E95-62AEBFE630F5}"/>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92CEC865-BBE7-49D8-ADDC-F666DA9B9BA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C5733FA-D396-4475-95BB-F3AF59F7A9C3}"/>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253882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0C119A-3CC0-46A8-8644-28D3B6B50ED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8474FAE-0EBD-49E9-8B68-74D89BBF6C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A6E2FB3-53D1-4E6C-8356-B3DC5E86E3CD}"/>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5ABF25F3-5307-41C9-9633-2AF3E36DF62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CA26DD2-AA34-4ADD-BA91-889002AF13A1}"/>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3941496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92FDBA-5AF9-4116-83C9-11415107936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5B79D27-0AFE-4922-89CB-DA8989271A43}"/>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16697D4-76B0-4740-BA68-7A32B7B055B3}"/>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40E5DF23-FC0D-469B-B5EC-BED7E0F17D1C}"/>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6" name="Нижний колонтитул 5">
            <a:extLst>
              <a:ext uri="{FF2B5EF4-FFF2-40B4-BE49-F238E27FC236}">
                <a16:creationId xmlns:a16="http://schemas.microsoft.com/office/drawing/2014/main" id="{C87108C6-95E7-44D5-A225-5F4519AC74D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CB206EE-1E7A-4C69-8CE0-09875E1B5568}"/>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2294249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C279AE-751C-4C2C-9730-CF22901E38F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F028FB8-6354-4792-B457-8980E6402B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1B83412-A9B4-480F-828F-16F8CB7A802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E53742DA-8500-4E2D-9B1B-5647EC2F1F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33D3723-2F06-4529-B76E-F1E616738CC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8EDDA3A-26D4-4FC5-BC25-F77FDA9DACCC}"/>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8" name="Нижний колонтитул 7">
            <a:extLst>
              <a:ext uri="{FF2B5EF4-FFF2-40B4-BE49-F238E27FC236}">
                <a16:creationId xmlns:a16="http://schemas.microsoft.com/office/drawing/2014/main" id="{1116933A-FE73-4B34-AF3D-4D86F28C02BC}"/>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DB5ADF2-3D9A-45C3-ADBA-13C511025FE5}"/>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194773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738043-908F-4F74-9BCA-900234D4EA4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5947483-8013-48B4-A0B2-9706A3E9EF6F}"/>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4" name="Нижний колонтитул 3">
            <a:extLst>
              <a:ext uri="{FF2B5EF4-FFF2-40B4-BE49-F238E27FC236}">
                <a16:creationId xmlns:a16="http://schemas.microsoft.com/office/drawing/2014/main" id="{E5783701-0310-45CD-8BD2-535D4940452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7F03194-2C48-4C50-83D2-204F53A62CC7}"/>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1223073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B4E0E63-3728-4EBE-B5C0-185DAB4FFECD}"/>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3" name="Нижний колонтитул 2">
            <a:extLst>
              <a:ext uri="{FF2B5EF4-FFF2-40B4-BE49-F238E27FC236}">
                <a16:creationId xmlns:a16="http://schemas.microsoft.com/office/drawing/2014/main" id="{3458ECCA-418E-4D55-853D-4C64565036F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AB493F5-142F-4896-8D98-7C8116255B51}"/>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284201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F2AF5F-D1D2-44E1-A37C-AF2DDC25B66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6934990-A2A6-473F-AF58-D3CDE3CCE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855B542-B891-4693-9540-56AF8130B6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01A904A-2E66-4172-8490-9890FE31327C}"/>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6" name="Нижний колонтитул 5">
            <a:extLst>
              <a:ext uri="{FF2B5EF4-FFF2-40B4-BE49-F238E27FC236}">
                <a16:creationId xmlns:a16="http://schemas.microsoft.com/office/drawing/2014/main" id="{1EB297FE-19C1-4EAE-83D4-D22594378D0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33B4BC6-4EC5-48AA-BC53-54E070FE1EC5}"/>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337626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F89B57-5BF4-4312-9908-5401C922F8F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59E3449F-68EE-4319-9B29-D4EE8121F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C77DBE0-9505-4949-9009-9FBAECF021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0BDB8D0-BFD2-4EAD-9C81-2BDDEA5F6540}"/>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6" name="Нижний колонтитул 5">
            <a:extLst>
              <a:ext uri="{FF2B5EF4-FFF2-40B4-BE49-F238E27FC236}">
                <a16:creationId xmlns:a16="http://schemas.microsoft.com/office/drawing/2014/main" id="{E6A6C09E-E493-4599-AF25-236C58E1727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38D7EDB-A1F4-411E-B2AC-F00F4AC8AC14}"/>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2090025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7A4D43-EF39-4485-9793-82F03CA65B8C}"/>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A0F5B8C-85DD-4E4D-A6DA-21C142E6E73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35976A6-5933-4583-AFE4-D1570EC463C0}"/>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9421E5D2-3467-41F0-A50E-A05E42B55D8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FBBA1FB-25B1-46DC-80E6-58614D6CD85C}"/>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3438951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70F27D2-605C-44BE-9B83-E6E1F984F6B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A54D60D-E28A-4D05-BB4D-CE930B2F461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F7D5FC0-6C23-4976-9744-3A00F0730F72}"/>
              </a:ext>
            </a:extLst>
          </p:cNvPr>
          <p:cNvSpPr>
            <a:spLocks noGrp="1"/>
          </p:cNvSpPr>
          <p:nvPr>
            <p:ph type="dt" sz="half" idx="10"/>
          </p:nvPr>
        </p:nvSpPr>
        <p:spPr/>
        <p:txBody>
          <a:body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43E1A84F-B166-4078-A4AC-0A4B7910C42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8CE515A-0399-4CF7-8745-C0F14855B966}"/>
              </a:ext>
            </a:extLst>
          </p:cNvPr>
          <p:cNvSpPr>
            <a:spLocks noGrp="1"/>
          </p:cNvSpPr>
          <p:nvPr>
            <p:ph type="sldNum" sz="quarter" idx="12"/>
          </p:nvPr>
        </p:nvSpPr>
        <p:spPr/>
        <p:txBody>
          <a:bodyPr/>
          <a:lstStyle/>
          <a:p>
            <a:fld id="{D3F4D66D-D217-403D-93A9-02FE0CAF0EC0}" type="slidenum">
              <a:rPr lang="ru-RU" smtClean="0"/>
              <a:t>‹#›</a:t>
            </a:fld>
            <a:endParaRPr lang="ru-RU"/>
          </a:p>
        </p:txBody>
      </p:sp>
    </p:spTree>
    <p:extLst>
      <p:ext uri="{BB962C8B-B14F-4D97-AF65-F5344CB8AC3E}">
        <p14:creationId xmlns:p14="http://schemas.microsoft.com/office/powerpoint/2010/main" val="2312141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E5D60E-9AF6-4D6D-B0B4-62A9DB0D0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FCAC46C-236B-401F-8FBE-1A5CC8A67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D596BFB-5661-4869-A580-D65863535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525B01-C686-4726-B4D6-FD7904815ED0}" type="datetimeFigureOut">
              <a:rPr lang="ru-RU" smtClean="0"/>
              <a:t>20.06.2026</a:t>
            </a:fld>
            <a:endParaRPr lang="ru-RU"/>
          </a:p>
        </p:txBody>
      </p:sp>
      <p:sp>
        <p:nvSpPr>
          <p:cNvPr id="5" name="Нижний колонтитул 4">
            <a:extLst>
              <a:ext uri="{FF2B5EF4-FFF2-40B4-BE49-F238E27FC236}">
                <a16:creationId xmlns:a16="http://schemas.microsoft.com/office/drawing/2014/main" id="{3BA38F46-64F1-4A50-B426-6AA0A1838F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10C4FE2A-32B3-4D3E-9216-E0813FF83A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F4D66D-D217-403D-93A9-02FE0CAF0EC0}" type="slidenum">
              <a:rPr lang="ru-RU" smtClean="0"/>
              <a:t>‹#›</a:t>
            </a:fld>
            <a:endParaRPr lang="ru-RU"/>
          </a:p>
        </p:txBody>
      </p:sp>
    </p:spTree>
    <p:extLst>
      <p:ext uri="{BB962C8B-B14F-4D97-AF65-F5344CB8AC3E}">
        <p14:creationId xmlns:p14="http://schemas.microsoft.com/office/powerpoint/2010/main" val="1814163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Куб 11">
            <a:extLst>
              <a:ext uri="{FF2B5EF4-FFF2-40B4-BE49-F238E27FC236}">
                <a16:creationId xmlns:a16="http://schemas.microsoft.com/office/drawing/2014/main" id="{5EF4FECF-B3C7-4282-B72F-55725216D3EA}"/>
              </a:ext>
            </a:extLst>
          </p:cNvPr>
          <p:cNvSpPr/>
          <p:nvPr/>
        </p:nvSpPr>
        <p:spPr>
          <a:xfrm>
            <a:off x="1216861" y="2267857"/>
            <a:ext cx="1800000" cy="1161143"/>
          </a:xfrm>
          <a:prstGeom prst="cube">
            <a:avLst>
              <a:gd name="adj" fmla="val 36635"/>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 стрелкой 60">
            <a:extLst>
              <a:ext uri="{FF2B5EF4-FFF2-40B4-BE49-F238E27FC236}">
                <a16:creationId xmlns:a16="http://schemas.microsoft.com/office/drawing/2014/main" id="{6468B697-99CF-43C6-960D-C2FCF55B8E21}"/>
              </a:ext>
            </a:extLst>
          </p:cNvPr>
          <p:cNvCxnSpPr>
            <a:cxnSpLocks/>
          </p:cNvCxnSpPr>
          <p:nvPr/>
        </p:nvCxnSpPr>
        <p:spPr>
          <a:xfrm>
            <a:off x="2620882" y="3429000"/>
            <a:ext cx="1749867" cy="998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Куб 3">
            <a:extLst>
              <a:ext uri="{FF2B5EF4-FFF2-40B4-BE49-F238E27FC236}">
                <a16:creationId xmlns:a16="http://schemas.microsoft.com/office/drawing/2014/main" id="{F9D1B01C-D458-49AF-8152-BF1CA997806A}"/>
              </a:ext>
            </a:extLst>
          </p:cNvPr>
          <p:cNvSpPr/>
          <p:nvPr/>
        </p:nvSpPr>
        <p:spPr>
          <a:xfrm>
            <a:off x="6802000" y="2277839"/>
            <a:ext cx="1890000" cy="1161143"/>
          </a:xfrm>
          <a:prstGeom prst="cube">
            <a:avLst/>
          </a:prstGeom>
          <a:solidFill>
            <a:srgbClr val="FF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Куб 5">
            <a:extLst>
              <a:ext uri="{FF2B5EF4-FFF2-40B4-BE49-F238E27FC236}">
                <a16:creationId xmlns:a16="http://schemas.microsoft.com/office/drawing/2014/main" id="{785BAE4F-B0C1-4FE9-856E-D9AEF037DCBC}"/>
              </a:ext>
            </a:extLst>
          </p:cNvPr>
          <p:cNvSpPr/>
          <p:nvPr/>
        </p:nvSpPr>
        <p:spPr>
          <a:xfrm>
            <a:off x="8395068" y="2277839"/>
            <a:ext cx="792000" cy="1161143"/>
          </a:xfrm>
          <a:prstGeom prst="cube">
            <a:avLst>
              <a:gd name="adj" fmla="val 36635"/>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Куб 4">
            <a:extLst>
              <a:ext uri="{FF2B5EF4-FFF2-40B4-BE49-F238E27FC236}">
                <a16:creationId xmlns:a16="http://schemas.microsoft.com/office/drawing/2014/main" id="{36488C9D-4C0F-4B23-962E-EC04A0570269}"/>
              </a:ext>
            </a:extLst>
          </p:cNvPr>
          <p:cNvSpPr/>
          <p:nvPr/>
        </p:nvSpPr>
        <p:spPr>
          <a:xfrm>
            <a:off x="8882466" y="2277839"/>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Куб 7">
            <a:extLst>
              <a:ext uri="{FF2B5EF4-FFF2-40B4-BE49-F238E27FC236}">
                <a16:creationId xmlns:a16="http://schemas.microsoft.com/office/drawing/2014/main" id="{479700A4-5E81-4E4E-A9CF-0E9EF2C9BA6E}"/>
              </a:ext>
            </a:extLst>
          </p:cNvPr>
          <p:cNvSpPr/>
          <p:nvPr/>
        </p:nvSpPr>
        <p:spPr>
          <a:xfrm>
            <a:off x="4370749" y="2277839"/>
            <a:ext cx="1080000" cy="1161143"/>
          </a:xfrm>
          <a:prstGeom prst="cube">
            <a:avLst>
              <a:gd name="adj" fmla="val 36635"/>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Куб 9">
            <a:extLst>
              <a:ext uri="{FF2B5EF4-FFF2-40B4-BE49-F238E27FC236}">
                <a16:creationId xmlns:a16="http://schemas.microsoft.com/office/drawing/2014/main" id="{1D26A6B7-A2B5-4C7A-9155-837B439DC0BC}"/>
              </a:ext>
            </a:extLst>
          </p:cNvPr>
          <p:cNvSpPr/>
          <p:nvPr/>
        </p:nvSpPr>
        <p:spPr>
          <a:xfrm>
            <a:off x="8998509" y="2277413"/>
            <a:ext cx="508488" cy="1161143"/>
          </a:xfrm>
          <a:prstGeom prst="cube">
            <a:avLst>
              <a:gd name="adj" fmla="val 57721"/>
            </a:avLst>
          </a:prstGeom>
          <a:solidFill>
            <a:srgbClr val="00FF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Куб 10">
            <a:extLst>
              <a:ext uri="{FF2B5EF4-FFF2-40B4-BE49-F238E27FC236}">
                <a16:creationId xmlns:a16="http://schemas.microsoft.com/office/drawing/2014/main" id="{6FF32834-EB10-4D22-B7AA-D8FD64A54B04}"/>
              </a:ext>
            </a:extLst>
          </p:cNvPr>
          <p:cNvSpPr/>
          <p:nvPr/>
        </p:nvSpPr>
        <p:spPr>
          <a:xfrm>
            <a:off x="9215573" y="2284152"/>
            <a:ext cx="411969" cy="1161143"/>
          </a:xfrm>
          <a:prstGeom prst="cube">
            <a:avLst>
              <a:gd name="adj" fmla="val 71457"/>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3AAD479C-48F4-4632-8CA0-644B4189CBF4}"/>
              </a:ext>
            </a:extLst>
          </p:cNvPr>
          <p:cNvSpPr txBox="1"/>
          <p:nvPr/>
        </p:nvSpPr>
        <p:spPr>
          <a:xfrm>
            <a:off x="1989416" y="1764268"/>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E88BEEB-D19E-44A0-9E8A-492E0F0E95C9}"/>
              </a:ext>
            </a:extLst>
          </p:cNvPr>
          <p:cNvSpPr txBox="1"/>
          <p:nvPr/>
        </p:nvSpPr>
        <p:spPr>
          <a:xfrm>
            <a:off x="4689348" y="1774250"/>
            <a:ext cx="41549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Al</a:t>
            </a:r>
            <a:endParaRPr lang="ru-RU"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0949408-B328-45E9-A624-DF8359F5EEE9}"/>
              </a:ext>
            </a:extLst>
          </p:cNvPr>
          <p:cNvSpPr txBox="1"/>
          <p:nvPr/>
        </p:nvSpPr>
        <p:spPr>
          <a:xfrm>
            <a:off x="7378950" y="1774250"/>
            <a:ext cx="736099"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Al</a:t>
            </a:r>
            <a:r>
              <a:rPr lang="en-AU" u="sng" baseline="-25000" dirty="0">
                <a:latin typeface="Times New Roman" panose="02020603050405020304" pitchFamily="18" charset="0"/>
                <a:cs typeface="Times New Roman" panose="02020603050405020304" pitchFamily="18" charset="0"/>
              </a:rPr>
              <a:t>2</a:t>
            </a:r>
            <a:r>
              <a:rPr lang="en-AU" u="sng" dirty="0">
                <a:latin typeface="Times New Roman" panose="02020603050405020304" pitchFamily="18" charset="0"/>
                <a:cs typeface="Times New Roman" panose="02020603050405020304" pitchFamily="18" charset="0"/>
              </a:rPr>
              <a:t>O</a:t>
            </a:r>
            <a:r>
              <a:rPr lang="en-AU" u="sng" baseline="-25000" dirty="0">
                <a:latin typeface="Times New Roman" panose="02020603050405020304" pitchFamily="18" charset="0"/>
                <a:cs typeface="Times New Roman" panose="02020603050405020304" pitchFamily="18" charset="0"/>
              </a:rPr>
              <a:t>3</a:t>
            </a:r>
            <a:endParaRPr lang="ru-RU" u="sng" baseline="-25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C065467-D28D-473F-B9B8-DB5089E97643}"/>
              </a:ext>
            </a:extLst>
          </p:cNvPr>
          <p:cNvSpPr txBox="1"/>
          <p:nvPr/>
        </p:nvSpPr>
        <p:spPr>
          <a:xfrm>
            <a:off x="8661253" y="1774250"/>
            <a:ext cx="46679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Au</a:t>
            </a:r>
            <a:endParaRPr lang="ru-RU" u="sn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F469B61-0465-4E24-9CC4-B5DAD0B17500}"/>
              </a:ext>
            </a:extLst>
          </p:cNvPr>
          <p:cNvSpPr txBox="1"/>
          <p:nvPr/>
        </p:nvSpPr>
        <p:spPr>
          <a:xfrm>
            <a:off x="9130005" y="1774250"/>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A3BED50-77A5-42E2-ADE0-E155547E6FCC}"/>
              </a:ext>
            </a:extLst>
          </p:cNvPr>
          <p:cNvSpPr txBox="1"/>
          <p:nvPr/>
        </p:nvSpPr>
        <p:spPr>
          <a:xfrm>
            <a:off x="10462890" y="1773824"/>
            <a:ext cx="928459"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ПММА</a:t>
            </a:r>
          </a:p>
        </p:txBody>
      </p:sp>
      <p:sp>
        <p:nvSpPr>
          <p:cNvPr id="20" name="TextBox 19">
            <a:extLst>
              <a:ext uri="{FF2B5EF4-FFF2-40B4-BE49-F238E27FC236}">
                <a16:creationId xmlns:a16="http://schemas.microsoft.com/office/drawing/2014/main" id="{57812A31-CD62-46CF-AAB3-9C81F31B9127}"/>
              </a:ext>
            </a:extLst>
          </p:cNvPr>
          <p:cNvSpPr txBox="1"/>
          <p:nvPr/>
        </p:nvSpPr>
        <p:spPr>
          <a:xfrm>
            <a:off x="9415115" y="1773824"/>
            <a:ext cx="895373"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Каптон</a:t>
            </a:r>
          </a:p>
        </p:txBody>
      </p:sp>
      <p:sp>
        <p:nvSpPr>
          <p:cNvPr id="21" name="TextBox 20">
            <a:extLst>
              <a:ext uri="{FF2B5EF4-FFF2-40B4-BE49-F238E27FC236}">
                <a16:creationId xmlns:a16="http://schemas.microsoft.com/office/drawing/2014/main" id="{11277ABD-66B7-4759-869D-08ACF33FD1A5}"/>
              </a:ext>
            </a:extLst>
          </p:cNvPr>
          <p:cNvSpPr txBox="1"/>
          <p:nvPr/>
        </p:nvSpPr>
        <p:spPr>
          <a:xfrm>
            <a:off x="1459393" y="3637441"/>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500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63DAEF3-A69A-4BA9-BFD2-B3D878FE59A5}"/>
              </a:ext>
            </a:extLst>
          </p:cNvPr>
          <p:cNvSpPr txBox="1"/>
          <p:nvPr/>
        </p:nvSpPr>
        <p:spPr>
          <a:xfrm>
            <a:off x="4157394" y="3646997"/>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BB57633-AC30-475C-A690-B8ADCC6EF518}"/>
              </a:ext>
            </a:extLst>
          </p:cNvPr>
          <p:cNvSpPr txBox="1"/>
          <p:nvPr/>
        </p:nvSpPr>
        <p:spPr>
          <a:xfrm>
            <a:off x="7149209" y="3647419"/>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525</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A70562-F77A-437D-9EC6-F72BD0639582}"/>
              </a:ext>
            </a:extLst>
          </p:cNvPr>
          <p:cNvSpPr txBox="1"/>
          <p:nvPr/>
        </p:nvSpPr>
        <p:spPr>
          <a:xfrm>
            <a:off x="8538078" y="4101873"/>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8BACE2A-DF2A-42C5-9C5D-0E8AE09F7D80}"/>
              </a:ext>
            </a:extLst>
          </p:cNvPr>
          <p:cNvSpPr txBox="1"/>
          <p:nvPr/>
        </p:nvSpPr>
        <p:spPr>
          <a:xfrm>
            <a:off x="8193284" y="3646997"/>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22</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99569056-7D14-4B08-8506-6B6D7B453C6F}"/>
              </a:ext>
            </a:extLst>
          </p:cNvPr>
          <p:cNvSpPr txBox="1"/>
          <p:nvPr/>
        </p:nvSpPr>
        <p:spPr>
          <a:xfrm>
            <a:off x="9350952" y="3773343"/>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EE54F66-BF0E-4066-B2A4-DDC185CECF29}"/>
              </a:ext>
            </a:extLst>
          </p:cNvPr>
          <p:cNvSpPr txBox="1"/>
          <p:nvPr/>
        </p:nvSpPr>
        <p:spPr>
          <a:xfrm>
            <a:off x="9541480" y="3458124"/>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30" name="Прямая соединительная линия 29">
            <a:extLst>
              <a:ext uri="{FF2B5EF4-FFF2-40B4-BE49-F238E27FC236}">
                <a16:creationId xmlns:a16="http://schemas.microsoft.com/office/drawing/2014/main" id="{D3A355AB-5C1C-4983-B2A0-1D82C2F789B2}"/>
              </a:ext>
            </a:extLst>
          </p:cNvPr>
          <p:cNvCxnSpPr>
            <a:cxnSpLocks/>
          </p:cNvCxnSpPr>
          <p:nvPr/>
        </p:nvCxnSpPr>
        <p:spPr>
          <a:xfrm>
            <a:off x="2210977" y="20625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96DAF6F1-748A-4332-A950-B7E81675D200}"/>
              </a:ext>
            </a:extLst>
          </p:cNvPr>
          <p:cNvCxnSpPr>
            <a:cxnSpLocks/>
          </p:cNvCxnSpPr>
          <p:nvPr/>
        </p:nvCxnSpPr>
        <p:spPr>
          <a:xfrm>
            <a:off x="4897097"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8257373D-A8AE-426E-BEBF-9AECA232A621}"/>
              </a:ext>
            </a:extLst>
          </p:cNvPr>
          <p:cNvCxnSpPr>
            <a:cxnSpLocks/>
          </p:cNvCxnSpPr>
          <p:nvPr/>
        </p:nvCxnSpPr>
        <p:spPr>
          <a:xfrm>
            <a:off x="7588811"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E3F1F5D2-ED4E-47EF-B3D1-228D38AE3662}"/>
              </a:ext>
            </a:extLst>
          </p:cNvPr>
          <p:cNvCxnSpPr>
            <a:cxnSpLocks/>
          </p:cNvCxnSpPr>
          <p:nvPr/>
        </p:nvCxnSpPr>
        <p:spPr>
          <a:xfrm>
            <a:off x="8894650"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C460CB1F-7331-45B8-B6A2-7F0A7AEC2DF0}"/>
              </a:ext>
            </a:extLst>
          </p:cNvPr>
          <p:cNvCxnSpPr>
            <a:cxnSpLocks/>
          </p:cNvCxnSpPr>
          <p:nvPr/>
        </p:nvCxnSpPr>
        <p:spPr>
          <a:xfrm flipH="1">
            <a:off x="9149553" y="2077299"/>
            <a:ext cx="144882" cy="293296"/>
          </a:xfrm>
          <a:prstGeom prst="line">
            <a:avLst/>
          </a:prstGeom>
          <a:ln w="9525"/>
        </p:spPr>
        <p:style>
          <a:lnRef idx="1">
            <a:schemeClr val="dk1"/>
          </a:lnRef>
          <a:fillRef idx="0">
            <a:schemeClr val="dk1"/>
          </a:fillRef>
          <a:effectRef idx="0">
            <a:schemeClr val="dk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AF990367-1AFC-4EAB-953E-5B40D626BE63}"/>
              </a:ext>
            </a:extLst>
          </p:cNvPr>
          <p:cNvCxnSpPr>
            <a:cxnSpLocks/>
          </p:cNvCxnSpPr>
          <p:nvPr/>
        </p:nvCxnSpPr>
        <p:spPr>
          <a:xfrm flipH="1">
            <a:off x="9296393" y="2075262"/>
            <a:ext cx="464848" cy="31657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3504BC9F-2E2A-4A3A-A992-851A4E51B15D}"/>
              </a:ext>
            </a:extLst>
          </p:cNvPr>
          <p:cNvCxnSpPr>
            <a:cxnSpLocks/>
          </p:cNvCxnSpPr>
          <p:nvPr/>
        </p:nvCxnSpPr>
        <p:spPr>
          <a:xfrm flipH="1">
            <a:off x="9459339" y="2075262"/>
            <a:ext cx="1213067" cy="333478"/>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B68B2227-1448-48F9-8CF1-76284A8E0A95}"/>
              </a:ext>
            </a:extLst>
          </p:cNvPr>
          <p:cNvCxnSpPr>
            <a:cxnSpLocks/>
          </p:cNvCxnSpPr>
          <p:nvPr/>
        </p:nvCxnSpPr>
        <p:spPr>
          <a:xfrm>
            <a:off x="1905189" y="3429000"/>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D150E15-E9BD-4EAD-AFDC-12BFFC3586DC}"/>
              </a:ext>
            </a:extLst>
          </p:cNvPr>
          <p:cNvCxnSpPr>
            <a:cxnSpLocks/>
          </p:cNvCxnSpPr>
          <p:nvPr/>
        </p:nvCxnSpPr>
        <p:spPr>
          <a:xfrm>
            <a:off x="4677527" y="3438130"/>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1F5CF3EC-D755-4B31-8B08-7DC29B03C6E6}"/>
              </a:ext>
            </a:extLst>
          </p:cNvPr>
          <p:cNvCxnSpPr>
            <a:cxnSpLocks/>
          </p:cNvCxnSpPr>
          <p:nvPr/>
        </p:nvCxnSpPr>
        <p:spPr>
          <a:xfrm>
            <a:off x="7588811" y="343898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C1A67181-4F1A-4E2E-8631-72651DC514F5}"/>
              </a:ext>
            </a:extLst>
          </p:cNvPr>
          <p:cNvCxnSpPr>
            <a:cxnSpLocks/>
          </p:cNvCxnSpPr>
          <p:nvPr/>
        </p:nvCxnSpPr>
        <p:spPr>
          <a:xfrm>
            <a:off x="8538078" y="343898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Прямая соединительная линия 49">
            <a:extLst>
              <a:ext uri="{FF2B5EF4-FFF2-40B4-BE49-F238E27FC236}">
                <a16:creationId xmlns:a16="http://schemas.microsoft.com/office/drawing/2014/main" id="{7101C9C2-6F98-4D52-948A-F03C7E32917E}"/>
              </a:ext>
            </a:extLst>
          </p:cNvPr>
          <p:cNvCxnSpPr>
            <a:cxnSpLocks/>
            <a:endCxn id="25" idx="0"/>
          </p:cNvCxnSpPr>
          <p:nvPr/>
        </p:nvCxnSpPr>
        <p:spPr>
          <a:xfrm>
            <a:off x="8955019" y="3438556"/>
            <a:ext cx="1" cy="663317"/>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C9B131D3-46B1-48DA-A571-6168109B7E14}"/>
              </a:ext>
            </a:extLst>
          </p:cNvPr>
          <p:cNvCxnSpPr>
            <a:cxnSpLocks/>
          </p:cNvCxnSpPr>
          <p:nvPr/>
        </p:nvCxnSpPr>
        <p:spPr>
          <a:xfrm>
            <a:off x="9075587" y="3438556"/>
            <a:ext cx="339528" cy="38355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3" name="Прямая соединительная линия 52">
            <a:extLst>
              <a:ext uri="{FF2B5EF4-FFF2-40B4-BE49-F238E27FC236}">
                <a16:creationId xmlns:a16="http://schemas.microsoft.com/office/drawing/2014/main" id="{A9867FEE-E4D7-49AA-9DE0-0899A002D369}"/>
              </a:ext>
            </a:extLst>
          </p:cNvPr>
          <p:cNvCxnSpPr>
            <a:cxnSpLocks/>
            <a:stCxn id="11" idx="3"/>
          </p:cNvCxnSpPr>
          <p:nvPr/>
        </p:nvCxnSpPr>
        <p:spPr>
          <a:xfrm>
            <a:off x="9274367" y="3445295"/>
            <a:ext cx="335526" cy="15838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9" name="Прямая со стрелкой 58">
            <a:extLst>
              <a:ext uri="{FF2B5EF4-FFF2-40B4-BE49-F238E27FC236}">
                <a16:creationId xmlns:a16="http://schemas.microsoft.com/office/drawing/2014/main" id="{4826148A-89A2-4CEC-A289-89DFE21FBF89}"/>
              </a:ext>
            </a:extLst>
          </p:cNvPr>
          <p:cNvCxnSpPr>
            <a:cxnSpLocks/>
          </p:cNvCxnSpPr>
          <p:nvPr/>
        </p:nvCxnSpPr>
        <p:spPr>
          <a:xfrm>
            <a:off x="5104846" y="3438556"/>
            <a:ext cx="171811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9B9AEE0-53A1-4582-A594-8F197C9907E8}"/>
              </a:ext>
            </a:extLst>
          </p:cNvPr>
          <p:cNvSpPr txBox="1"/>
          <p:nvPr/>
        </p:nvSpPr>
        <p:spPr>
          <a:xfrm>
            <a:off x="5512169" y="3107120"/>
            <a:ext cx="755335"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FDC42810-8148-4198-9B21-FEF1CB1F1796}"/>
              </a:ext>
            </a:extLst>
          </p:cNvPr>
          <p:cNvSpPr txBox="1"/>
          <p:nvPr/>
        </p:nvSpPr>
        <p:spPr>
          <a:xfrm>
            <a:off x="3144039" y="3092529"/>
            <a:ext cx="813043"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20.3 </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cxnSp>
        <p:nvCxnSpPr>
          <p:cNvPr id="40" name="Прямая со стрелкой 39">
            <a:extLst>
              <a:ext uri="{FF2B5EF4-FFF2-40B4-BE49-F238E27FC236}">
                <a16:creationId xmlns:a16="http://schemas.microsoft.com/office/drawing/2014/main" id="{638191AD-E2A5-435D-A4CF-9C03FDBD2FB3}"/>
              </a:ext>
            </a:extLst>
          </p:cNvPr>
          <p:cNvCxnSpPr>
            <a:stCxn id="16" idx="0"/>
            <a:endCxn id="2" idx="2"/>
          </p:cNvCxnSpPr>
          <p:nvPr/>
        </p:nvCxnSpPr>
        <p:spPr>
          <a:xfrm flipH="1" flipV="1">
            <a:off x="7228694" y="1333428"/>
            <a:ext cx="1665956" cy="440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Прямая со стрелкой 43">
            <a:extLst>
              <a:ext uri="{FF2B5EF4-FFF2-40B4-BE49-F238E27FC236}">
                <a16:creationId xmlns:a16="http://schemas.microsoft.com/office/drawing/2014/main" id="{0DAD8963-D463-45D3-8365-EECB4398E585}"/>
              </a:ext>
            </a:extLst>
          </p:cNvPr>
          <p:cNvCxnSpPr>
            <a:stCxn id="16" idx="0"/>
            <a:endCxn id="51" idx="2"/>
          </p:cNvCxnSpPr>
          <p:nvPr/>
        </p:nvCxnSpPr>
        <p:spPr>
          <a:xfrm flipH="1" flipV="1">
            <a:off x="8025773" y="1333428"/>
            <a:ext cx="868877" cy="440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Прямая со стрелкой 57">
            <a:extLst>
              <a:ext uri="{FF2B5EF4-FFF2-40B4-BE49-F238E27FC236}">
                <a16:creationId xmlns:a16="http://schemas.microsoft.com/office/drawing/2014/main" id="{31A1F768-0AB0-4CCD-A879-03920B85859B}"/>
              </a:ext>
            </a:extLst>
          </p:cNvPr>
          <p:cNvCxnSpPr>
            <a:stCxn id="16" idx="0"/>
            <a:endCxn id="54" idx="2"/>
          </p:cNvCxnSpPr>
          <p:nvPr/>
        </p:nvCxnSpPr>
        <p:spPr>
          <a:xfrm flipH="1" flipV="1">
            <a:off x="8855321" y="1333428"/>
            <a:ext cx="39329" cy="440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8473ECB-530C-4989-96FF-16B5B07D387D}"/>
              </a:ext>
            </a:extLst>
          </p:cNvPr>
          <p:cNvCxnSpPr>
            <a:cxnSpLocks/>
            <a:stCxn id="16" idx="0"/>
            <a:endCxn id="55" idx="2"/>
          </p:cNvCxnSpPr>
          <p:nvPr/>
        </p:nvCxnSpPr>
        <p:spPr>
          <a:xfrm flipV="1">
            <a:off x="8894650" y="1323872"/>
            <a:ext cx="790219" cy="450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Прямая со стрелкой 63">
            <a:extLst>
              <a:ext uri="{FF2B5EF4-FFF2-40B4-BE49-F238E27FC236}">
                <a16:creationId xmlns:a16="http://schemas.microsoft.com/office/drawing/2014/main" id="{605CFEF7-5E12-4A9D-A589-C7410C47345E}"/>
              </a:ext>
            </a:extLst>
          </p:cNvPr>
          <p:cNvCxnSpPr>
            <a:stCxn id="16" idx="0"/>
            <a:endCxn id="56" idx="2"/>
          </p:cNvCxnSpPr>
          <p:nvPr/>
        </p:nvCxnSpPr>
        <p:spPr>
          <a:xfrm flipV="1">
            <a:off x="8894650" y="1333428"/>
            <a:ext cx="1611646" cy="440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1" name="Группа 80">
            <a:extLst>
              <a:ext uri="{FF2B5EF4-FFF2-40B4-BE49-F238E27FC236}">
                <a16:creationId xmlns:a16="http://schemas.microsoft.com/office/drawing/2014/main" id="{9ED125B5-C2CD-4417-94AD-43D7007601D2}"/>
              </a:ext>
            </a:extLst>
          </p:cNvPr>
          <p:cNvGrpSpPr/>
          <p:nvPr/>
        </p:nvGrpSpPr>
        <p:grpSpPr>
          <a:xfrm>
            <a:off x="6840606" y="373123"/>
            <a:ext cx="4159633" cy="960305"/>
            <a:chOff x="6840606" y="373123"/>
            <a:chExt cx="4159633" cy="960305"/>
          </a:xfrm>
        </p:grpSpPr>
        <p:grpSp>
          <p:nvGrpSpPr>
            <p:cNvPr id="7" name="Группа 6">
              <a:extLst>
                <a:ext uri="{FF2B5EF4-FFF2-40B4-BE49-F238E27FC236}">
                  <a16:creationId xmlns:a16="http://schemas.microsoft.com/office/drawing/2014/main" id="{B9C5257D-86B6-4B54-8FBB-FB02B0FE90D6}"/>
                </a:ext>
              </a:extLst>
            </p:cNvPr>
            <p:cNvGrpSpPr/>
            <p:nvPr/>
          </p:nvGrpSpPr>
          <p:grpSpPr>
            <a:xfrm>
              <a:off x="6938306" y="743096"/>
              <a:ext cx="3858378" cy="590332"/>
              <a:chOff x="6553923" y="717936"/>
              <a:chExt cx="3858378" cy="590332"/>
            </a:xfrm>
          </p:grpSpPr>
          <p:sp>
            <p:nvSpPr>
              <p:cNvPr id="2" name="Рамка 1">
                <a:extLst>
                  <a:ext uri="{FF2B5EF4-FFF2-40B4-BE49-F238E27FC236}">
                    <a16:creationId xmlns:a16="http://schemas.microsoft.com/office/drawing/2014/main" id="{420C9876-3F9E-419C-A58B-5AFA4BB27E63}"/>
                  </a:ext>
                </a:extLst>
              </p:cNvPr>
              <p:cNvSpPr/>
              <p:nvPr/>
            </p:nvSpPr>
            <p:spPr>
              <a:xfrm>
                <a:off x="6553923" y="727492"/>
                <a:ext cx="580776" cy="580776"/>
              </a:xfrm>
              <a:prstGeom prst="frame">
                <a:avLst>
                  <a:gd name="adj1" fmla="val 4019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1" name="Рамка 50">
                <a:extLst>
                  <a:ext uri="{FF2B5EF4-FFF2-40B4-BE49-F238E27FC236}">
                    <a16:creationId xmlns:a16="http://schemas.microsoft.com/office/drawing/2014/main" id="{59246F63-BE0C-497F-90ED-1F2224E6730D}"/>
                  </a:ext>
                </a:extLst>
              </p:cNvPr>
              <p:cNvSpPr/>
              <p:nvPr/>
            </p:nvSpPr>
            <p:spPr>
              <a:xfrm>
                <a:off x="7351002" y="727492"/>
                <a:ext cx="580776" cy="580776"/>
              </a:xfrm>
              <a:prstGeom prst="frame">
                <a:avLst>
                  <a:gd name="adj1" fmla="val 30751"/>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Рамка 53">
                <a:extLst>
                  <a:ext uri="{FF2B5EF4-FFF2-40B4-BE49-F238E27FC236}">
                    <a16:creationId xmlns:a16="http://schemas.microsoft.com/office/drawing/2014/main" id="{3EE92A0E-7AC2-4274-AA9F-A32B9578E75A}"/>
                  </a:ext>
                </a:extLst>
              </p:cNvPr>
              <p:cNvSpPr/>
              <p:nvPr/>
            </p:nvSpPr>
            <p:spPr>
              <a:xfrm>
                <a:off x="8180550" y="727492"/>
                <a:ext cx="580776" cy="580776"/>
              </a:xfrm>
              <a:prstGeom prst="frame">
                <a:avLst>
                  <a:gd name="adj1" fmla="val 22879"/>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амка 54">
                <a:extLst>
                  <a:ext uri="{FF2B5EF4-FFF2-40B4-BE49-F238E27FC236}">
                    <a16:creationId xmlns:a16="http://schemas.microsoft.com/office/drawing/2014/main" id="{983FBFD6-2000-4295-8838-ACBB0A830D94}"/>
                  </a:ext>
                </a:extLst>
              </p:cNvPr>
              <p:cNvSpPr/>
              <p:nvPr/>
            </p:nvSpPr>
            <p:spPr>
              <a:xfrm>
                <a:off x="9010098" y="717936"/>
                <a:ext cx="580776" cy="580776"/>
              </a:xfrm>
              <a:prstGeom prst="frame">
                <a:avLst>
                  <a:gd name="adj1" fmla="val 18156"/>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Рамка 55">
                <a:extLst>
                  <a:ext uri="{FF2B5EF4-FFF2-40B4-BE49-F238E27FC236}">
                    <a16:creationId xmlns:a16="http://schemas.microsoft.com/office/drawing/2014/main" id="{D303F293-D848-4B06-B3E5-DFD67FAEAB4B}"/>
                  </a:ext>
                </a:extLst>
              </p:cNvPr>
              <p:cNvSpPr/>
              <p:nvPr/>
            </p:nvSpPr>
            <p:spPr>
              <a:xfrm>
                <a:off x="9831525" y="727492"/>
                <a:ext cx="580776" cy="580776"/>
              </a:xfrm>
              <a:prstGeom prst="frame">
                <a:avLst>
                  <a:gd name="adj1" fmla="val 1185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grpSp>
        <p:sp>
          <p:nvSpPr>
            <p:cNvPr id="68" name="TextBox 67">
              <a:extLst>
                <a:ext uri="{FF2B5EF4-FFF2-40B4-BE49-F238E27FC236}">
                  <a16:creationId xmlns:a16="http://schemas.microsoft.com/office/drawing/2014/main" id="{D2F950C1-5569-471D-ABF2-D19C728C427C}"/>
                </a:ext>
              </a:extLst>
            </p:cNvPr>
            <p:cNvSpPr txBox="1"/>
            <p:nvPr/>
          </p:nvSpPr>
          <p:spPr>
            <a:xfrm>
              <a:off x="6840606" y="373123"/>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F7BACE35-DC86-482C-9388-69D54A1EACDF}"/>
                </a:ext>
              </a:extLst>
            </p:cNvPr>
            <p:cNvSpPr txBox="1"/>
            <p:nvPr/>
          </p:nvSpPr>
          <p:spPr>
            <a:xfrm>
              <a:off x="7638638" y="373123"/>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10BDE32C-1141-4C14-A4D7-AF506D708070}"/>
                </a:ext>
              </a:extLst>
            </p:cNvPr>
            <p:cNvSpPr txBox="1"/>
            <p:nvPr/>
          </p:nvSpPr>
          <p:spPr>
            <a:xfrm>
              <a:off x="8409525" y="373123"/>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105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9DD6694-3BF3-4B3C-8564-D5C5A0DA62FC}"/>
                </a:ext>
              </a:extLst>
            </p:cNvPr>
            <p:cNvSpPr txBox="1"/>
            <p:nvPr/>
          </p:nvSpPr>
          <p:spPr>
            <a:xfrm>
              <a:off x="9279619" y="384798"/>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4F23A55D-EFC8-4715-BD9B-C16543A441BB}"/>
                </a:ext>
              </a:extLst>
            </p:cNvPr>
            <p:cNvSpPr txBox="1"/>
            <p:nvPr/>
          </p:nvSpPr>
          <p:spPr>
            <a:xfrm>
              <a:off x="10108648" y="37854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3095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Куб 11">
            <a:extLst>
              <a:ext uri="{FF2B5EF4-FFF2-40B4-BE49-F238E27FC236}">
                <a16:creationId xmlns:a16="http://schemas.microsoft.com/office/drawing/2014/main" id="{5EF4FECF-B3C7-4282-B72F-55725216D3EA}"/>
              </a:ext>
            </a:extLst>
          </p:cNvPr>
          <p:cNvSpPr/>
          <p:nvPr/>
        </p:nvSpPr>
        <p:spPr>
          <a:xfrm>
            <a:off x="284173" y="2267857"/>
            <a:ext cx="1800000" cy="1161143"/>
          </a:xfrm>
          <a:prstGeom prst="cube">
            <a:avLst>
              <a:gd name="adj" fmla="val 36635"/>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 стрелкой 60">
            <a:extLst>
              <a:ext uri="{FF2B5EF4-FFF2-40B4-BE49-F238E27FC236}">
                <a16:creationId xmlns:a16="http://schemas.microsoft.com/office/drawing/2014/main" id="{6468B697-99CF-43C6-960D-C2FCF55B8E21}"/>
              </a:ext>
            </a:extLst>
          </p:cNvPr>
          <p:cNvCxnSpPr>
            <a:cxnSpLocks/>
          </p:cNvCxnSpPr>
          <p:nvPr/>
        </p:nvCxnSpPr>
        <p:spPr>
          <a:xfrm>
            <a:off x="1688194" y="3429000"/>
            <a:ext cx="1749867" cy="998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Куб 3">
            <a:extLst>
              <a:ext uri="{FF2B5EF4-FFF2-40B4-BE49-F238E27FC236}">
                <a16:creationId xmlns:a16="http://schemas.microsoft.com/office/drawing/2014/main" id="{F9D1B01C-D458-49AF-8152-BF1CA997806A}"/>
              </a:ext>
            </a:extLst>
          </p:cNvPr>
          <p:cNvSpPr/>
          <p:nvPr/>
        </p:nvSpPr>
        <p:spPr>
          <a:xfrm>
            <a:off x="5869312" y="2277839"/>
            <a:ext cx="1890000" cy="1161143"/>
          </a:xfrm>
          <a:prstGeom prst="cube">
            <a:avLst/>
          </a:prstGeom>
          <a:solidFill>
            <a:srgbClr val="FF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Куб 5">
            <a:extLst>
              <a:ext uri="{FF2B5EF4-FFF2-40B4-BE49-F238E27FC236}">
                <a16:creationId xmlns:a16="http://schemas.microsoft.com/office/drawing/2014/main" id="{785BAE4F-B0C1-4FE9-856E-D9AEF037DCBC}"/>
              </a:ext>
            </a:extLst>
          </p:cNvPr>
          <p:cNvSpPr/>
          <p:nvPr/>
        </p:nvSpPr>
        <p:spPr>
          <a:xfrm>
            <a:off x="8905250" y="2277839"/>
            <a:ext cx="792000" cy="1161143"/>
          </a:xfrm>
          <a:prstGeom prst="cube">
            <a:avLst>
              <a:gd name="adj" fmla="val 36635"/>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Куб 4">
            <a:extLst>
              <a:ext uri="{FF2B5EF4-FFF2-40B4-BE49-F238E27FC236}">
                <a16:creationId xmlns:a16="http://schemas.microsoft.com/office/drawing/2014/main" id="{36488C9D-4C0F-4B23-962E-EC04A0570269}"/>
              </a:ext>
            </a:extLst>
          </p:cNvPr>
          <p:cNvSpPr/>
          <p:nvPr/>
        </p:nvSpPr>
        <p:spPr>
          <a:xfrm>
            <a:off x="9392648" y="2277839"/>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Куб 7">
            <a:extLst>
              <a:ext uri="{FF2B5EF4-FFF2-40B4-BE49-F238E27FC236}">
                <a16:creationId xmlns:a16="http://schemas.microsoft.com/office/drawing/2014/main" id="{479700A4-5E81-4E4E-A9CF-0E9EF2C9BA6E}"/>
              </a:ext>
            </a:extLst>
          </p:cNvPr>
          <p:cNvSpPr/>
          <p:nvPr/>
        </p:nvSpPr>
        <p:spPr>
          <a:xfrm>
            <a:off x="3438061" y="2277839"/>
            <a:ext cx="1080000" cy="1161143"/>
          </a:xfrm>
          <a:prstGeom prst="cube">
            <a:avLst>
              <a:gd name="adj" fmla="val 36635"/>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3AAD479C-48F4-4632-8CA0-644B4189CBF4}"/>
              </a:ext>
            </a:extLst>
          </p:cNvPr>
          <p:cNvSpPr txBox="1"/>
          <p:nvPr/>
        </p:nvSpPr>
        <p:spPr>
          <a:xfrm>
            <a:off x="1056728" y="1764268"/>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E88BEEB-D19E-44A0-9E8A-492E0F0E95C9}"/>
              </a:ext>
            </a:extLst>
          </p:cNvPr>
          <p:cNvSpPr txBox="1"/>
          <p:nvPr/>
        </p:nvSpPr>
        <p:spPr>
          <a:xfrm>
            <a:off x="3756660" y="1774250"/>
            <a:ext cx="41549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Al</a:t>
            </a:r>
            <a:endParaRPr lang="ru-RU"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0949408-B328-45E9-A624-DF8359F5EEE9}"/>
              </a:ext>
            </a:extLst>
          </p:cNvPr>
          <p:cNvSpPr txBox="1"/>
          <p:nvPr/>
        </p:nvSpPr>
        <p:spPr>
          <a:xfrm>
            <a:off x="6446262" y="1774250"/>
            <a:ext cx="736099"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Al</a:t>
            </a:r>
            <a:r>
              <a:rPr lang="en-AU" u="sng" baseline="-25000" dirty="0">
                <a:latin typeface="Times New Roman" panose="02020603050405020304" pitchFamily="18" charset="0"/>
                <a:cs typeface="Times New Roman" panose="02020603050405020304" pitchFamily="18" charset="0"/>
              </a:rPr>
              <a:t>2</a:t>
            </a:r>
            <a:r>
              <a:rPr lang="en-AU" u="sng" dirty="0">
                <a:latin typeface="Times New Roman" panose="02020603050405020304" pitchFamily="18" charset="0"/>
                <a:cs typeface="Times New Roman" panose="02020603050405020304" pitchFamily="18" charset="0"/>
              </a:rPr>
              <a:t>O</a:t>
            </a:r>
            <a:r>
              <a:rPr lang="en-AU" u="sng" baseline="-25000" dirty="0">
                <a:latin typeface="Times New Roman" panose="02020603050405020304" pitchFamily="18" charset="0"/>
                <a:cs typeface="Times New Roman" panose="02020603050405020304" pitchFamily="18" charset="0"/>
              </a:rPr>
              <a:t>3</a:t>
            </a:r>
            <a:endParaRPr lang="ru-RU" u="sng" baseline="-25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C065467-D28D-473F-B9B8-DB5089E97643}"/>
              </a:ext>
            </a:extLst>
          </p:cNvPr>
          <p:cNvSpPr txBox="1"/>
          <p:nvPr/>
        </p:nvSpPr>
        <p:spPr>
          <a:xfrm>
            <a:off x="9171435" y="1774250"/>
            <a:ext cx="46679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Au</a:t>
            </a:r>
            <a:endParaRPr lang="ru-RU" u="sn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F469B61-0465-4E24-9CC4-B5DAD0B17500}"/>
              </a:ext>
            </a:extLst>
          </p:cNvPr>
          <p:cNvSpPr txBox="1"/>
          <p:nvPr/>
        </p:nvSpPr>
        <p:spPr>
          <a:xfrm>
            <a:off x="9640187" y="1774250"/>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11277ABD-66B7-4759-869D-08ACF33FD1A5}"/>
              </a:ext>
            </a:extLst>
          </p:cNvPr>
          <p:cNvSpPr txBox="1"/>
          <p:nvPr/>
        </p:nvSpPr>
        <p:spPr>
          <a:xfrm>
            <a:off x="526705" y="3637441"/>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500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63DAEF3-A69A-4BA9-BFD2-B3D878FE59A5}"/>
              </a:ext>
            </a:extLst>
          </p:cNvPr>
          <p:cNvSpPr txBox="1"/>
          <p:nvPr/>
        </p:nvSpPr>
        <p:spPr>
          <a:xfrm>
            <a:off x="3277588" y="3646997"/>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BB57633-AC30-475C-A690-B8ADCC6EF518}"/>
              </a:ext>
            </a:extLst>
          </p:cNvPr>
          <p:cNvSpPr txBox="1"/>
          <p:nvPr/>
        </p:nvSpPr>
        <p:spPr>
          <a:xfrm>
            <a:off x="6216521" y="3647419"/>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525</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A70562-F77A-437D-9EC6-F72BD0639582}"/>
              </a:ext>
            </a:extLst>
          </p:cNvPr>
          <p:cNvSpPr txBox="1"/>
          <p:nvPr/>
        </p:nvSpPr>
        <p:spPr>
          <a:xfrm>
            <a:off x="9048260" y="4101873"/>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8BACE2A-DF2A-42C5-9C5D-0E8AE09F7D80}"/>
              </a:ext>
            </a:extLst>
          </p:cNvPr>
          <p:cNvSpPr txBox="1"/>
          <p:nvPr/>
        </p:nvSpPr>
        <p:spPr>
          <a:xfrm>
            <a:off x="8703466" y="3646997"/>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22</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30" name="Прямая соединительная линия 29">
            <a:extLst>
              <a:ext uri="{FF2B5EF4-FFF2-40B4-BE49-F238E27FC236}">
                <a16:creationId xmlns:a16="http://schemas.microsoft.com/office/drawing/2014/main" id="{D3A355AB-5C1C-4983-B2A0-1D82C2F789B2}"/>
              </a:ext>
            </a:extLst>
          </p:cNvPr>
          <p:cNvCxnSpPr>
            <a:cxnSpLocks/>
          </p:cNvCxnSpPr>
          <p:nvPr/>
        </p:nvCxnSpPr>
        <p:spPr>
          <a:xfrm>
            <a:off x="1278289" y="20625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96DAF6F1-748A-4332-A950-B7E81675D200}"/>
              </a:ext>
            </a:extLst>
          </p:cNvPr>
          <p:cNvCxnSpPr>
            <a:cxnSpLocks/>
          </p:cNvCxnSpPr>
          <p:nvPr/>
        </p:nvCxnSpPr>
        <p:spPr>
          <a:xfrm>
            <a:off x="3964409"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8257373D-A8AE-426E-BEBF-9AECA232A621}"/>
              </a:ext>
            </a:extLst>
          </p:cNvPr>
          <p:cNvCxnSpPr>
            <a:cxnSpLocks/>
          </p:cNvCxnSpPr>
          <p:nvPr/>
        </p:nvCxnSpPr>
        <p:spPr>
          <a:xfrm>
            <a:off x="6656123"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E3F1F5D2-ED4E-47EF-B3D1-228D38AE3662}"/>
              </a:ext>
            </a:extLst>
          </p:cNvPr>
          <p:cNvCxnSpPr>
            <a:cxnSpLocks/>
          </p:cNvCxnSpPr>
          <p:nvPr/>
        </p:nvCxnSpPr>
        <p:spPr>
          <a:xfrm>
            <a:off x="9404832" y="20752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B68B2227-1448-48F9-8CF1-76284A8E0A95}"/>
              </a:ext>
            </a:extLst>
          </p:cNvPr>
          <p:cNvCxnSpPr>
            <a:cxnSpLocks/>
          </p:cNvCxnSpPr>
          <p:nvPr/>
        </p:nvCxnSpPr>
        <p:spPr>
          <a:xfrm>
            <a:off x="972501" y="3429000"/>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D150E15-E9BD-4EAD-AFDC-12BFFC3586DC}"/>
              </a:ext>
            </a:extLst>
          </p:cNvPr>
          <p:cNvCxnSpPr>
            <a:cxnSpLocks/>
          </p:cNvCxnSpPr>
          <p:nvPr/>
        </p:nvCxnSpPr>
        <p:spPr>
          <a:xfrm>
            <a:off x="3797721" y="3438130"/>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1F5CF3EC-D755-4B31-8B08-7DC29B03C6E6}"/>
              </a:ext>
            </a:extLst>
          </p:cNvPr>
          <p:cNvCxnSpPr>
            <a:cxnSpLocks/>
          </p:cNvCxnSpPr>
          <p:nvPr/>
        </p:nvCxnSpPr>
        <p:spPr>
          <a:xfrm>
            <a:off x="6656123" y="343898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C1A67181-4F1A-4E2E-8631-72651DC514F5}"/>
              </a:ext>
            </a:extLst>
          </p:cNvPr>
          <p:cNvCxnSpPr>
            <a:cxnSpLocks/>
          </p:cNvCxnSpPr>
          <p:nvPr/>
        </p:nvCxnSpPr>
        <p:spPr>
          <a:xfrm>
            <a:off x="9048260" y="343898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Прямая соединительная линия 49">
            <a:extLst>
              <a:ext uri="{FF2B5EF4-FFF2-40B4-BE49-F238E27FC236}">
                <a16:creationId xmlns:a16="http://schemas.microsoft.com/office/drawing/2014/main" id="{7101C9C2-6F98-4D52-948A-F03C7E32917E}"/>
              </a:ext>
            </a:extLst>
          </p:cNvPr>
          <p:cNvCxnSpPr>
            <a:cxnSpLocks/>
            <a:endCxn id="25" idx="0"/>
          </p:cNvCxnSpPr>
          <p:nvPr/>
        </p:nvCxnSpPr>
        <p:spPr>
          <a:xfrm>
            <a:off x="9465201" y="3438556"/>
            <a:ext cx="1" cy="663317"/>
          </a:xfrm>
          <a:prstGeom prst="line">
            <a:avLst/>
          </a:prstGeom>
          <a:ln w="9525"/>
        </p:spPr>
        <p:style>
          <a:lnRef idx="1">
            <a:schemeClr val="dk1"/>
          </a:lnRef>
          <a:fillRef idx="0">
            <a:schemeClr val="dk1"/>
          </a:fillRef>
          <a:effectRef idx="0">
            <a:schemeClr val="dk1"/>
          </a:effectRef>
          <a:fontRef idx="minor">
            <a:schemeClr val="tx1"/>
          </a:fontRef>
        </p:style>
      </p:cxnSp>
      <p:cxnSp>
        <p:nvCxnSpPr>
          <p:cNvPr id="59" name="Прямая со стрелкой 58">
            <a:extLst>
              <a:ext uri="{FF2B5EF4-FFF2-40B4-BE49-F238E27FC236}">
                <a16:creationId xmlns:a16="http://schemas.microsoft.com/office/drawing/2014/main" id="{4826148A-89A2-4CEC-A289-89DFE21FBF89}"/>
              </a:ext>
            </a:extLst>
          </p:cNvPr>
          <p:cNvCxnSpPr>
            <a:cxnSpLocks/>
          </p:cNvCxnSpPr>
          <p:nvPr/>
        </p:nvCxnSpPr>
        <p:spPr>
          <a:xfrm>
            <a:off x="4172158" y="3429000"/>
            <a:ext cx="1718116" cy="955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9B9AEE0-53A1-4582-A594-8F197C9907E8}"/>
              </a:ext>
            </a:extLst>
          </p:cNvPr>
          <p:cNvSpPr txBox="1"/>
          <p:nvPr/>
        </p:nvSpPr>
        <p:spPr>
          <a:xfrm>
            <a:off x="4579481" y="3107120"/>
            <a:ext cx="755335"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FDC42810-8148-4198-9B21-FEF1CB1F1796}"/>
              </a:ext>
            </a:extLst>
          </p:cNvPr>
          <p:cNvSpPr txBox="1"/>
          <p:nvPr/>
        </p:nvSpPr>
        <p:spPr>
          <a:xfrm>
            <a:off x="2211351" y="3092529"/>
            <a:ext cx="813043"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20.3 </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cxnSp>
        <p:nvCxnSpPr>
          <p:cNvPr id="40" name="Прямая со стрелкой 39">
            <a:extLst>
              <a:ext uri="{FF2B5EF4-FFF2-40B4-BE49-F238E27FC236}">
                <a16:creationId xmlns:a16="http://schemas.microsoft.com/office/drawing/2014/main" id="{638191AD-E2A5-435D-A4CF-9C03FDBD2FB3}"/>
              </a:ext>
            </a:extLst>
          </p:cNvPr>
          <p:cNvCxnSpPr>
            <a:stCxn id="16" idx="0"/>
            <a:endCxn id="2" idx="2"/>
          </p:cNvCxnSpPr>
          <p:nvPr/>
        </p:nvCxnSpPr>
        <p:spPr>
          <a:xfrm flipH="1" flipV="1">
            <a:off x="7757636" y="1288894"/>
            <a:ext cx="1647196" cy="485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Прямая со стрелкой 43">
            <a:extLst>
              <a:ext uri="{FF2B5EF4-FFF2-40B4-BE49-F238E27FC236}">
                <a16:creationId xmlns:a16="http://schemas.microsoft.com/office/drawing/2014/main" id="{0DAD8963-D463-45D3-8365-EECB4398E585}"/>
              </a:ext>
            </a:extLst>
          </p:cNvPr>
          <p:cNvCxnSpPr>
            <a:stCxn id="16" idx="0"/>
            <a:endCxn id="51" idx="2"/>
          </p:cNvCxnSpPr>
          <p:nvPr/>
        </p:nvCxnSpPr>
        <p:spPr>
          <a:xfrm flipH="1" flipV="1">
            <a:off x="8554715" y="1288894"/>
            <a:ext cx="850117" cy="485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Прямая со стрелкой 57">
            <a:extLst>
              <a:ext uri="{FF2B5EF4-FFF2-40B4-BE49-F238E27FC236}">
                <a16:creationId xmlns:a16="http://schemas.microsoft.com/office/drawing/2014/main" id="{31A1F768-0AB0-4CCD-A879-03920B85859B}"/>
              </a:ext>
            </a:extLst>
          </p:cNvPr>
          <p:cNvCxnSpPr>
            <a:stCxn id="16" idx="0"/>
            <a:endCxn id="54" idx="2"/>
          </p:cNvCxnSpPr>
          <p:nvPr/>
        </p:nvCxnSpPr>
        <p:spPr>
          <a:xfrm flipH="1" flipV="1">
            <a:off x="9384263" y="1288894"/>
            <a:ext cx="20569" cy="485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8473ECB-530C-4989-96FF-16B5B07D387D}"/>
              </a:ext>
            </a:extLst>
          </p:cNvPr>
          <p:cNvCxnSpPr>
            <a:cxnSpLocks/>
            <a:stCxn id="16" idx="0"/>
            <a:endCxn id="55" idx="2"/>
          </p:cNvCxnSpPr>
          <p:nvPr/>
        </p:nvCxnSpPr>
        <p:spPr>
          <a:xfrm flipV="1">
            <a:off x="9404832" y="1279338"/>
            <a:ext cx="808979" cy="494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Прямая со стрелкой 63">
            <a:extLst>
              <a:ext uri="{FF2B5EF4-FFF2-40B4-BE49-F238E27FC236}">
                <a16:creationId xmlns:a16="http://schemas.microsoft.com/office/drawing/2014/main" id="{605CFEF7-5E12-4A9D-A589-C7410C47345E}"/>
              </a:ext>
            </a:extLst>
          </p:cNvPr>
          <p:cNvCxnSpPr>
            <a:stCxn id="16" idx="0"/>
            <a:endCxn id="56" idx="2"/>
          </p:cNvCxnSpPr>
          <p:nvPr/>
        </p:nvCxnSpPr>
        <p:spPr>
          <a:xfrm flipV="1">
            <a:off x="9404832" y="1288894"/>
            <a:ext cx="1630406" cy="485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2" name="Группа 31">
            <a:extLst>
              <a:ext uri="{FF2B5EF4-FFF2-40B4-BE49-F238E27FC236}">
                <a16:creationId xmlns:a16="http://schemas.microsoft.com/office/drawing/2014/main" id="{4FDCA4D9-1D52-4836-BEE2-321FA1A2B4D8}"/>
              </a:ext>
            </a:extLst>
          </p:cNvPr>
          <p:cNvGrpSpPr/>
          <p:nvPr/>
        </p:nvGrpSpPr>
        <p:grpSpPr>
          <a:xfrm>
            <a:off x="7369548" y="328589"/>
            <a:ext cx="4159633" cy="960305"/>
            <a:chOff x="5907918" y="373123"/>
            <a:chExt cx="4159633" cy="960305"/>
          </a:xfrm>
        </p:grpSpPr>
        <p:grpSp>
          <p:nvGrpSpPr>
            <p:cNvPr id="7" name="Группа 6">
              <a:extLst>
                <a:ext uri="{FF2B5EF4-FFF2-40B4-BE49-F238E27FC236}">
                  <a16:creationId xmlns:a16="http://schemas.microsoft.com/office/drawing/2014/main" id="{B9C5257D-86B6-4B54-8FBB-FB02B0FE90D6}"/>
                </a:ext>
              </a:extLst>
            </p:cNvPr>
            <p:cNvGrpSpPr/>
            <p:nvPr/>
          </p:nvGrpSpPr>
          <p:grpSpPr>
            <a:xfrm>
              <a:off x="6005618" y="743096"/>
              <a:ext cx="3858378" cy="590332"/>
              <a:chOff x="6553923" y="717936"/>
              <a:chExt cx="3858378" cy="590332"/>
            </a:xfrm>
          </p:grpSpPr>
          <p:sp>
            <p:nvSpPr>
              <p:cNvPr id="2" name="Рамка 1">
                <a:extLst>
                  <a:ext uri="{FF2B5EF4-FFF2-40B4-BE49-F238E27FC236}">
                    <a16:creationId xmlns:a16="http://schemas.microsoft.com/office/drawing/2014/main" id="{420C9876-3F9E-419C-A58B-5AFA4BB27E63}"/>
                  </a:ext>
                </a:extLst>
              </p:cNvPr>
              <p:cNvSpPr/>
              <p:nvPr/>
            </p:nvSpPr>
            <p:spPr>
              <a:xfrm>
                <a:off x="6553923" y="727492"/>
                <a:ext cx="580776" cy="580776"/>
              </a:xfrm>
              <a:prstGeom prst="frame">
                <a:avLst>
                  <a:gd name="adj1" fmla="val 4019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1" name="Рамка 50">
                <a:extLst>
                  <a:ext uri="{FF2B5EF4-FFF2-40B4-BE49-F238E27FC236}">
                    <a16:creationId xmlns:a16="http://schemas.microsoft.com/office/drawing/2014/main" id="{59246F63-BE0C-497F-90ED-1F2224E6730D}"/>
                  </a:ext>
                </a:extLst>
              </p:cNvPr>
              <p:cNvSpPr/>
              <p:nvPr/>
            </p:nvSpPr>
            <p:spPr>
              <a:xfrm>
                <a:off x="7351002" y="727492"/>
                <a:ext cx="580776" cy="580776"/>
              </a:xfrm>
              <a:prstGeom prst="frame">
                <a:avLst>
                  <a:gd name="adj1" fmla="val 30751"/>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Рамка 53">
                <a:extLst>
                  <a:ext uri="{FF2B5EF4-FFF2-40B4-BE49-F238E27FC236}">
                    <a16:creationId xmlns:a16="http://schemas.microsoft.com/office/drawing/2014/main" id="{3EE92A0E-7AC2-4274-AA9F-A32B9578E75A}"/>
                  </a:ext>
                </a:extLst>
              </p:cNvPr>
              <p:cNvSpPr/>
              <p:nvPr/>
            </p:nvSpPr>
            <p:spPr>
              <a:xfrm>
                <a:off x="8180550" y="727492"/>
                <a:ext cx="580776" cy="580776"/>
              </a:xfrm>
              <a:prstGeom prst="frame">
                <a:avLst>
                  <a:gd name="adj1" fmla="val 22879"/>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амка 54">
                <a:extLst>
                  <a:ext uri="{FF2B5EF4-FFF2-40B4-BE49-F238E27FC236}">
                    <a16:creationId xmlns:a16="http://schemas.microsoft.com/office/drawing/2014/main" id="{983FBFD6-2000-4295-8838-ACBB0A830D94}"/>
                  </a:ext>
                </a:extLst>
              </p:cNvPr>
              <p:cNvSpPr/>
              <p:nvPr/>
            </p:nvSpPr>
            <p:spPr>
              <a:xfrm>
                <a:off x="9010098" y="717936"/>
                <a:ext cx="580776" cy="580776"/>
              </a:xfrm>
              <a:prstGeom prst="frame">
                <a:avLst>
                  <a:gd name="adj1" fmla="val 18156"/>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Рамка 55">
                <a:extLst>
                  <a:ext uri="{FF2B5EF4-FFF2-40B4-BE49-F238E27FC236}">
                    <a16:creationId xmlns:a16="http://schemas.microsoft.com/office/drawing/2014/main" id="{D303F293-D848-4B06-B3E5-DFD67FAEAB4B}"/>
                  </a:ext>
                </a:extLst>
              </p:cNvPr>
              <p:cNvSpPr/>
              <p:nvPr/>
            </p:nvSpPr>
            <p:spPr>
              <a:xfrm>
                <a:off x="9831525" y="727492"/>
                <a:ext cx="580776" cy="580776"/>
              </a:xfrm>
              <a:prstGeom prst="frame">
                <a:avLst>
                  <a:gd name="adj1" fmla="val 1185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grpSp>
        <p:sp>
          <p:nvSpPr>
            <p:cNvPr id="68" name="TextBox 67">
              <a:extLst>
                <a:ext uri="{FF2B5EF4-FFF2-40B4-BE49-F238E27FC236}">
                  <a16:creationId xmlns:a16="http://schemas.microsoft.com/office/drawing/2014/main" id="{D2F950C1-5569-471D-ABF2-D19C728C427C}"/>
                </a:ext>
              </a:extLst>
            </p:cNvPr>
            <p:cNvSpPr txBox="1"/>
            <p:nvPr/>
          </p:nvSpPr>
          <p:spPr>
            <a:xfrm>
              <a:off x="5907918" y="373123"/>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F7BACE35-DC86-482C-9388-69D54A1EACDF}"/>
                </a:ext>
              </a:extLst>
            </p:cNvPr>
            <p:cNvSpPr txBox="1"/>
            <p:nvPr/>
          </p:nvSpPr>
          <p:spPr>
            <a:xfrm>
              <a:off x="6705950" y="373123"/>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10BDE32C-1141-4C14-A4D7-AF506D708070}"/>
                </a:ext>
              </a:extLst>
            </p:cNvPr>
            <p:cNvSpPr txBox="1"/>
            <p:nvPr/>
          </p:nvSpPr>
          <p:spPr>
            <a:xfrm>
              <a:off x="7476837" y="373123"/>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105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9DD6694-3BF3-4B3C-8564-D5C5A0DA62FC}"/>
                </a:ext>
              </a:extLst>
            </p:cNvPr>
            <p:cNvSpPr txBox="1"/>
            <p:nvPr/>
          </p:nvSpPr>
          <p:spPr>
            <a:xfrm>
              <a:off x="8346931" y="384798"/>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4F23A55D-EFC8-4715-BD9B-C16543A441BB}"/>
                </a:ext>
              </a:extLst>
            </p:cNvPr>
            <p:cNvSpPr txBox="1"/>
            <p:nvPr/>
          </p:nvSpPr>
          <p:spPr>
            <a:xfrm>
              <a:off x="9175960" y="37854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grpSp>
      <p:cxnSp>
        <p:nvCxnSpPr>
          <p:cNvPr id="63" name="Прямая со стрелкой 62">
            <a:extLst>
              <a:ext uri="{FF2B5EF4-FFF2-40B4-BE49-F238E27FC236}">
                <a16:creationId xmlns:a16="http://schemas.microsoft.com/office/drawing/2014/main" id="{6D37520E-F0AE-41BB-B361-4EDBFCB17A13}"/>
              </a:ext>
            </a:extLst>
          </p:cNvPr>
          <p:cNvCxnSpPr>
            <a:cxnSpLocks/>
          </p:cNvCxnSpPr>
          <p:nvPr/>
        </p:nvCxnSpPr>
        <p:spPr>
          <a:xfrm>
            <a:off x="7477910" y="3436685"/>
            <a:ext cx="1413853" cy="187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A211366-6868-4E1A-9239-7B1A2E1DBCDD}"/>
              </a:ext>
            </a:extLst>
          </p:cNvPr>
          <p:cNvSpPr txBox="1"/>
          <p:nvPr/>
        </p:nvSpPr>
        <p:spPr>
          <a:xfrm>
            <a:off x="7829963" y="3105249"/>
            <a:ext cx="742511"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28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83" name="Куб 82">
            <a:extLst>
              <a:ext uri="{FF2B5EF4-FFF2-40B4-BE49-F238E27FC236}">
                <a16:creationId xmlns:a16="http://schemas.microsoft.com/office/drawing/2014/main" id="{177C36D6-2B60-4C59-BD56-88E5D409F3E1}"/>
              </a:ext>
            </a:extLst>
          </p:cNvPr>
          <p:cNvSpPr/>
          <p:nvPr/>
        </p:nvSpPr>
        <p:spPr>
          <a:xfrm>
            <a:off x="9513407" y="2277839"/>
            <a:ext cx="508488" cy="1161143"/>
          </a:xfrm>
          <a:prstGeom prst="cube">
            <a:avLst>
              <a:gd name="adj" fmla="val 57721"/>
            </a:avLst>
          </a:prstGeom>
          <a:solidFill>
            <a:srgbClr val="00FF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Куб 83">
            <a:extLst>
              <a:ext uri="{FF2B5EF4-FFF2-40B4-BE49-F238E27FC236}">
                <a16:creationId xmlns:a16="http://schemas.microsoft.com/office/drawing/2014/main" id="{6E62627B-D19F-4532-832C-B226E29B6D47}"/>
              </a:ext>
            </a:extLst>
          </p:cNvPr>
          <p:cNvSpPr/>
          <p:nvPr/>
        </p:nvSpPr>
        <p:spPr>
          <a:xfrm>
            <a:off x="9730471" y="2284578"/>
            <a:ext cx="411969" cy="1161143"/>
          </a:xfrm>
          <a:prstGeom prst="cube">
            <a:avLst>
              <a:gd name="adj" fmla="val 71457"/>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TextBox 84">
            <a:extLst>
              <a:ext uri="{FF2B5EF4-FFF2-40B4-BE49-F238E27FC236}">
                <a16:creationId xmlns:a16="http://schemas.microsoft.com/office/drawing/2014/main" id="{D63454C8-CED9-4F35-99E8-725A1073B330}"/>
              </a:ext>
            </a:extLst>
          </p:cNvPr>
          <p:cNvSpPr txBox="1"/>
          <p:nvPr/>
        </p:nvSpPr>
        <p:spPr>
          <a:xfrm>
            <a:off x="10977788" y="1774250"/>
            <a:ext cx="928459"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ПММА</a:t>
            </a:r>
          </a:p>
        </p:txBody>
      </p:sp>
      <p:sp>
        <p:nvSpPr>
          <p:cNvPr id="86" name="TextBox 85">
            <a:extLst>
              <a:ext uri="{FF2B5EF4-FFF2-40B4-BE49-F238E27FC236}">
                <a16:creationId xmlns:a16="http://schemas.microsoft.com/office/drawing/2014/main" id="{F3F86A43-34A4-4084-9678-F14A19C5BD4B}"/>
              </a:ext>
            </a:extLst>
          </p:cNvPr>
          <p:cNvSpPr txBox="1"/>
          <p:nvPr/>
        </p:nvSpPr>
        <p:spPr>
          <a:xfrm>
            <a:off x="9930013" y="1774250"/>
            <a:ext cx="895373"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Каптон</a:t>
            </a:r>
          </a:p>
        </p:txBody>
      </p:sp>
      <p:sp>
        <p:nvSpPr>
          <p:cNvPr id="87" name="TextBox 86">
            <a:extLst>
              <a:ext uri="{FF2B5EF4-FFF2-40B4-BE49-F238E27FC236}">
                <a16:creationId xmlns:a16="http://schemas.microsoft.com/office/drawing/2014/main" id="{05758E93-A36C-4FBC-A5E4-6299807E64AD}"/>
              </a:ext>
            </a:extLst>
          </p:cNvPr>
          <p:cNvSpPr txBox="1"/>
          <p:nvPr/>
        </p:nvSpPr>
        <p:spPr>
          <a:xfrm>
            <a:off x="9865850" y="3773769"/>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76412484-11EA-4903-8199-6E7C04884E9A}"/>
              </a:ext>
            </a:extLst>
          </p:cNvPr>
          <p:cNvSpPr txBox="1"/>
          <p:nvPr/>
        </p:nvSpPr>
        <p:spPr>
          <a:xfrm>
            <a:off x="10056378" y="3458550"/>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89" name="Прямая соединительная линия 88">
            <a:extLst>
              <a:ext uri="{FF2B5EF4-FFF2-40B4-BE49-F238E27FC236}">
                <a16:creationId xmlns:a16="http://schemas.microsoft.com/office/drawing/2014/main" id="{78F19F17-85CD-4CF0-B92E-15CB8B0A1C30}"/>
              </a:ext>
            </a:extLst>
          </p:cNvPr>
          <p:cNvCxnSpPr>
            <a:cxnSpLocks/>
          </p:cNvCxnSpPr>
          <p:nvPr/>
        </p:nvCxnSpPr>
        <p:spPr>
          <a:xfrm flipH="1">
            <a:off x="9811291" y="2075688"/>
            <a:ext cx="464848" cy="31657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90" name="Прямая соединительная линия 89">
            <a:extLst>
              <a:ext uri="{FF2B5EF4-FFF2-40B4-BE49-F238E27FC236}">
                <a16:creationId xmlns:a16="http://schemas.microsoft.com/office/drawing/2014/main" id="{2BB9E3FE-A32F-4DB2-8583-1C7CBE99E26F}"/>
              </a:ext>
            </a:extLst>
          </p:cNvPr>
          <p:cNvCxnSpPr>
            <a:cxnSpLocks/>
          </p:cNvCxnSpPr>
          <p:nvPr/>
        </p:nvCxnSpPr>
        <p:spPr>
          <a:xfrm flipH="1">
            <a:off x="9974237" y="2075688"/>
            <a:ext cx="1213067" cy="333478"/>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91" name="Прямая соединительная линия 90">
            <a:extLst>
              <a:ext uri="{FF2B5EF4-FFF2-40B4-BE49-F238E27FC236}">
                <a16:creationId xmlns:a16="http://schemas.microsoft.com/office/drawing/2014/main" id="{272793F6-BD35-4D35-A7DD-DEB254D64448}"/>
              </a:ext>
            </a:extLst>
          </p:cNvPr>
          <p:cNvCxnSpPr>
            <a:cxnSpLocks/>
          </p:cNvCxnSpPr>
          <p:nvPr/>
        </p:nvCxnSpPr>
        <p:spPr>
          <a:xfrm>
            <a:off x="9590485" y="3438982"/>
            <a:ext cx="339528" cy="38355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92" name="Прямая соединительная линия 91">
            <a:extLst>
              <a:ext uri="{FF2B5EF4-FFF2-40B4-BE49-F238E27FC236}">
                <a16:creationId xmlns:a16="http://schemas.microsoft.com/office/drawing/2014/main" id="{CD204BB2-653F-4667-A2BB-1EF12CAB35BE}"/>
              </a:ext>
            </a:extLst>
          </p:cNvPr>
          <p:cNvCxnSpPr>
            <a:cxnSpLocks/>
            <a:stCxn id="84" idx="3"/>
          </p:cNvCxnSpPr>
          <p:nvPr/>
        </p:nvCxnSpPr>
        <p:spPr>
          <a:xfrm>
            <a:off x="9789265" y="3445721"/>
            <a:ext cx="335526" cy="15838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4316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Куб 11">
            <a:extLst>
              <a:ext uri="{FF2B5EF4-FFF2-40B4-BE49-F238E27FC236}">
                <a16:creationId xmlns:a16="http://schemas.microsoft.com/office/drawing/2014/main" id="{5EF4FECF-B3C7-4282-B72F-55725216D3EA}"/>
              </a:ext>
            </a:extLst>
          </p:cNvPr>
          <p:cNvSpPr/>
          <p:nvPr/>
        </p:nvSpPr>
        <p:spPr>
          <a:xfrm>
            <a:off x="185503" y="2267857"/>
            <a:ext cx="1800000" cy="1161143"/>
          </a:xfrm>
          <a:prstGeom prst="cube">
            <a:avLst>
              <a:gd name="adj" fmla="val 36635"/>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 стрелкой 60">
            <a:extLst>
              <a:ext uri="{FF2B5EF4-FFF2-40B4-BE49-F238E27FC236}">
                <a16:creationId xmlns:a16="http://schemas.microsoft.com/office/drawing/2014/main" id="{6468B697-99CF-43C6-960D-C2FCF55B8E21}"/>
              </a:ext>
            </a:extLst>
          </p:cNvPr>
          <p:cNvCxnSpPr>
            <a:cxnSpLocks/>
          </p:cNvCxnSpPr>
          <p:nvPr/>
        </p:nvCxnSpPr>
        <p:spPr>
          <a:xfrm>
            <a:off x="1589524" y="3429000"/>
            <a:ext cx="1749867" cy="998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Куб 3">
            <a:extLst>
              <a:ext uri="{FF2B5EF4-FFF2-40B4-BE49-F238E27FC236}">
                <a16:creationId xmlns:a16="http://schemas.microsoft.com/office/drawing/2014/main" id="{F9D1B01C-D458-49AF-8152-BF1CA997806A}"/>
              </a:ext>
            </a:extLst>
          </p:cNvPr>
          <p:cNvSpPr/>
          <p:nvPr/>
        </p:nvSpPr>
        <p:spPr>
          <a:xfrm>
            <a:off x="7849015" y="2268283"/>
            <a:ext cx="1890000" cy="1161143"/>
          </a:xfrm>
          <a:prstGeom prst="cube">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Куб 5">
            <a:extLst>
              <a:ext uri="{FF2B5EF4-FFF2-40B4-BE49-F238E27FC236}">
                <a16:creationId xmlns:a16="http://schemas.microsoft.com/office/drawing/2014/main" id="{785BAE4F-B0C1-4FE9-856E-D9AEF037DCBC}"/>
              </a:ext>
            </a:extLst>
          </p:cNvPr>
          <p:cNvSpPr/>
          <p:nvPr/>
        </p:nvSpPr>
        <p:spPr>
          <a:xfrm>
            <a:off x="9442083" y="2268283"/>
            <a:ext cx="792000" cy="1161143"/>
          </a:xfrm>
          <a:prstGeom prst="cube">
            <a:avLst>
              <a:gd name="adj" fmla="val 36635"/>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Куб 4">
            <a:extLst>
              <a:ext uri="{FF2B5EF4-FFF2-40B4-BE49-F238E27FC236}">
                <a16:creationId xmlns:a16="http://schemas.microsoft.com/office/drawing/2014/main" id="{36488C9D-4C0F-4B23-962E-EC04A0570269}"/>
              </a:ext>
            </a:extLst>
          </p:cNvPr>
          <p:cNvSpPr/>
          <p:nvPr/>
        </p:nvSpPr>
        <p:spPr>
          <a:xfrm>
            <a:off x="9929481" y="2268283"/>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Куб 9">
            <a:extLst>
              <a:ext uri="{FF2B5EF4-FFF2-40B4-BE49-F238E27FC236}">
                <a16:creationId xmlns:a16="http://schemas.microsoft.com/office/drawing/2014/main" id="{1D26A6B7-A2B5-4C7A-9155-837B439DC0BC}"/>
              </a:ext>
            </a:extLst>
          </p:cNvPr>
          <p:cNvSpPr/>
          <p:nvPr/>
        </p:nvSpPr>
        <p:spPr>
          <a:xfrm>
            <a:off x="10045524" y="2267857"/>
            <a:ext cx="508488" cy="1161143"/>
          </a:xfrm>
          <a:prstGeom prst="cube">
            <a:avLst>
              <a:gd name="adj" fmla="val 57721"/>
            </a:avLst>
          </a:prstGeom>
          <a:solidFill>
            <a:srgbClr val="00FF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Куб 10">
            <a:extLst>
              <a:ext uri="{FF2B5EF4-FFF2-40B4-BE49-F238E27FC236}">
                <a16:creationId xmlns:a16="http://schemas.microsoft.com/office/drawing/2014/main" id="{6FF32834-EB10-4D22-B7AA-D8FD64A54B04}"/>
              </a:ext>
            </a:extLst>
          </p:cNvPr>
          <p:cNvSpPr/>
          <p:nvPr/>
        </p:nvSpPr>
        <p:spPr>
          <a:xfrm>
            <a:off x="10262588" y="2274596"/>
            <a:ext cx="411969" cy="1161143"/>
          </a:xfrm>
          <a:prstGeom prst="cube">
            <a:avLst>
              <a:gd name="adj" fmla="val 71457"/>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3AAD479C-48F4-4632-8CA0-644B4189CBF4}"/>
              </a:ext>
            </a:extLst>
          </p:cNvPr>
          <p:cNvSpPr txBox="1"/>
          <p:nvPr/>
        </p:nvSpPr>
        <p:spPr>
          <a:xfrm>
            <a:off x="958058" y="1764268"/>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E88BEEB-D19E-44A0-9E8A-492E0F0E95C9}"/>
              </a:ext>
            </a:extLst>
          </p:cNvPr>
          <p:cNvSpPr txBox="1"/>
          <p:nvPr/>
        </p:nvSpPr>
        <p:spPr>
          <a:xfrm>
            <a:off x="4638288" y="1764268"/>
            <a:ext cx="41549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Al</a:t>
            </a:r>
            <a:endParaRPr lang="ru-RU"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0949408-B328-45E9-A624-DF8359F5EEE9}"/>
              </a:ext>
            </a:extLst>
          </p:cNvPr>
          <p:cNvSpPr txBox="1"/>
          <p:nvPr/>
        </p:nvSpPr>
        <p:spPr>
          <a:xfrm>
            <a:off x="8425965" y="1764694"/>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baseline="-25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C065467-D28D-473F-B9B8-DB5089E97643}"/>
              </a:ext>
            </a:extLst>
          </p:cNvPr>
          <p:cNvSpPr txBox="1"/>
          <p:nvPr/>
        </p:nvSpPr>
        <p:spPr>
          <a:xfrm>
            <a:off x="9708268" y="1764694"/>
            <a:ext cx="46679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Au</a:t>
            </a:r>
            <a:endParaRPr lang="ru-RU" u="sn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F469B61-0465-4E24-9CC4-B5DAD0B17500}"/>
              </a:ext>
            </a:extLst>
          </p:cNvPr>
          <p:cNvSpPr txBox="1"/>
          <p:nvPr/>
        </p:nvSpPr>
        <p:spPr>
          <a:xfrm>
            <a:off x="10177020" y="1764694"/>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A3BED50-77A5-42E2-ADE0-E155547E6FCC}"/>
              </a:ext>
            </a:extLst>
          </p:cNvPr>
          <p:cNvSpPr txBox="1"/>
          <p:nvPr/>
        </p:nvSpPr>
        <p:spPr>
          <a:xfrm>
            <a:off x="11298358" y="1764268"/>
            <a:ext cx="928459"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ПММА</a:t>
            </a:r>
          </a:p>
        </p:txBody>
      </p:sp>
      <p:sp>
        <p:nvSpPr>
          <p:cNvPr id="20" name="TextBox 19">
            <a:extLst>
              <a:ext uri="{FF2B5EF4-FFF2-40B4-BE49-F238E27FC236}">
                <a16:creationId xmlns:a16="http://schemas.microsoft.com/office/drawing/2014/main" id="{57812A31-CD62-46CF-AAB3-9C81F31B9127}"/>
              </a:ext>
            </a:extLst>
          </p:cNvPr>
          <p:cNvSpPr txBox="1"/>
          <p:nvPr/>
        </p:nvSpPr>
        <p:spPr>
          <a:xfrm>
            <a:off x="10462130" y="1764268"/>
            <a:ext cx="895373"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Каптон</a:t>
            </a:r>
          </a:p>
        </p:txBody>
      </p:sp>
      <p:sp>
        <p:nvSpPr>
          <p:cNvPr id="21" name="TextBox 20">
            <a:extLst>
              <a:ext uri="{FF2B5EF4-FFF2-40B4-BE49-F238E27FC236}">
                <a16:creationId xmlns:a16="http://schemas.microsoft.com/office/drawing/2014/main" id="{11277ABD-66B7-4759-869D-08ACF33FD1A5}"/>
              </a:ext>
            </a:extLst>
          </p:cNvPr>
          <p:cNvSpPr txBox="1"/>
          <p:nvPr/>
        </p:nvSpPr>
        <p:spPr>
          <a:xfrm>
            <a:off x="428035" y="3637441"/>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500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63DAEF3-A69A-4BA9-BFD2-B3D878FE59A5}"/>
              </a:ext>
            </a:extLst>
          </p:cNvPr>
          <p:cNvSpPr txBox="1"/>
          <p:nvPr/>
        </p:nvSpPr>
        <p:spPr>
          <a:xfrm>
            <a:off x="4086134" y="3594128"/>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8</a:t>
            </a:r>
            <a:r>
              <a:rPr lang="ru-RU" dirty="0">
                <a:latin typeface="Times New Roman" panose="02020603050405020304" pitchFamily="18" charset="0"/>
                <a:cs typeface="Times New Roman" panose="02020603050405020304" pitchFamily="18" charset="0"/>
              </a:rPr>
              <a:t>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BB57633-AC30-475C-A690-B8ADCC6EF518}"/>
              </a:ext>
            </a:extLst>
          </p:cNvPr>
          <p:cNvSpPr txBox="1"/>
          <p:nvPr/>
        </p:nvSpPr>
        <p:spPr>
          <a:xfrm>
            <a:off x="8196224" y="3637863"/>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200</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A70562-F77A-437D-9EC6-F72BD0639582}"/>
              </a:ext>
            </a:extLst>
          </p:cNvPr>
          <p:cNvSpPr txBox="1"/>
          <p:nvPr/>
        </p:nvSpPr>
        <p:spPr>
          <a:xfrm>
            <a:off x="9585093" y="4092317"/>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8BACE2A-DF2A-42C5-9C5D-0E8AE09F7D80}"/>
              </a:ext>
            </a:extLst>
          </p:cNvPr>
          <p:cNvSpPr txBox="1"/>
          <p:nvPr/>
        </p:nvSpPr>
        <p:spPr>
          <a:xfrm>
            <a:off x="9240299" y="3637441"/>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22</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99569056-7D14-4B08-8506-6B6D7B453C6F}"/>
              </a:ext>
            </a:extLst>
          </p:cNvPr>
          <p:cNvSpPr txBox="1"/>
          <p:nvPr/>
        </p:nvSpPr>
        <p:spPr>
          <a:xfrm>
            <a:off x="10397967" y="3763787"/>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EE54F66-BF0E-4066-B2A4-DDC185CECF29}"/>
              </a:ext>
            </a:extLst>
          </p:cNvPr>
          <p:cNvSpPr txBox="1"/>
          <p:nvPr/>
        </p:nvSpPr>
        <p:spPr>
          <a:xfrm>
            <a:off x="10588495" y="3448568"/>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30" name="Прямая соединительная линия 29">
            <a:extLst>
              <a:ext uri="{FF2B5EF4-FFF2-40B4-BE49-F238E27FC236}">
                <a16:creationId xmlns:a16="http://schemas.microsoft.com/office/drawing/2014/main" id="{D3A355AB-5C1C-4983-B2A0-1D82C2F789B2}"/>
              </a:ext>
            </a:extLst>
          </p:cNvPr>
          <p:cNvCxnSpPr>
            <a:cxnSpLocks/>
          </p:cNvCxnSpPr>
          <p:nvPr/>
        </p:nvCxnSpPr>
        <p:spPr>
          <a:xfrm>
            <a:off x="1179619" y="2062562"/>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8257373D-A8AE-426E-BEBF-9AECA232A621}"/>
              </a:ext>
            </a:extLst>
          </p:cNvPr>
          <p:cNvCxnSpPr>
            <a:cxnSpLocks/>
          </p:cNvCxnSpPr>
          <p:nvPr/>
        </p:nvCxnSpPr>
        <p:spPr>
          <a:xfrm>
            <a:off x="8635826" y="2065706"/>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E3F1F5D2-ED4E-47EF-B3D1-228D38AE3662}"/>
              </a:ext>
            </a:extLst>
          </p:cNvPr>
          <p:cNvCxnSpPr>
            <a:cxnSpLocks/>
          </p:cNvCxnSpPr>
          <p:nvPr/>
        </p:nvCxnSpPr>
        <p:spPr>
          <a:xfrm>
            <a:off x="9941665" y="2065706"/>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C460CB1F-7331-45B8-B6A2-7F0A7AEC2DF0}"/>
              </a:ext>
            </a:extLst>
          </p:cNvPr>
          <p:cNvCxnSpPr>
            <a:cxnSpLocks/>
          </p:cNvCxnSpPr>
          <p:nvPr/>
        </p:nvCxnSpPr>
        <p:spPr>
          <a:xfrm flipH="1">
            <a:off x="10196568" y="2067743"/>
            <a:ext cx="144882" cy="293296"/>
          </a:xfrm>
          <a:prstGeom prst="line">
            <a:avLst/>
          </a:prstGeom>
          <a:ln w="9525"/>
        </p:spPr>
        <p:style>
          <a:lnRef idx="1">
            <a:schemeClr val="dk1"/>
          </a:lnRef>
          <a:fillRef idx="0">
            <a:schemeClr val="dk1"/>
          </a:fillRef>
          <a:effectRef idx="0">
            <a:schemeClr val="dk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AF990367-1AFC-4EAB-953E-5B40D626BE63}"/>
              </a:ext>
            </a:extLst>
          </p:cNvPr>
          <p:cNvCxnSpPr>
            <a:cxnSpLocks/>
          </p:cNvCxnSpPr>
          <p:nvPr/>
        </p:nvCxnSpPr>
        <p:spPr>
          <a:xfrm flipH="1">
            <a:off x="10343408" y="2065706"/>
            <a:ext cx="464848" cy="31657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3504BC9F-2E2A-4A3A-A992-851A4E51B15D}"/>
              </a:ext>
            </a:extLst>
          </p:cNvPr>
          <p:cNvCxnSpPr>
            <a:cxnSpLocks/>
          </p:cNvCxnSpPr>
          <p:nvPr/>
        </p:nvCxnSpPr>
        <p:spPr>
          <a:xfrm flipH="1">
            <a:off x="10506354" y="2065706"/>
            <a:ext cx="1213067" cy="333478"/>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B68B2227-1448-48F9-8CF1-76284A8E0A95}"/>
              </a:ext>
            </a:extLst>
          </p:cNvPr>
          <p:cNvCxnSpPr>
            <a:cxnSpLocks/>
          </p:cNvCxnSpPr>
          <p:nvPr/>
        </p:nvCxnSpPr>
        <p:spPr>
          <a:xfrm>
            <a:off x="873831" y="3429000"/>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D150E15-E9BD-4EAD-AFDC-12BFFC3586DC}"/>
              </a:ext>
            </a:extLst>
          </p:cNvPr>
          <p:cNvCxnSpPr>
            <a:cxnSpLocks/>
          </p:cNvCxnSpPr>
          <p:nvPr/>
        </p:nvCxnSpPr>
        <p:spPr>
          <a:xfrm>
            <a:off x="4606267" y="3385261"/>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1F5CF3EC-D755-4B31-8B08-7DC29B03C6E6}"/>
              </a:ext>
            </a:extLst>
          </p:cNvPr>
          <p:cNvCxnSpPr>
            <a:cxnSpLocks/>
          </p:cNvCxnSpPr>
          <p:nvPr/>
        </p:nvCxnSpPr>
        <p:spPr>
          <a:xfrm>
            <a:off x="8635826" y="3429426"/>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C1A67181-4F1A-4E2E-8631-72651DC514F5}"/>
              </a:ext>
            </a:extLst>
          </p:cNvPr>
          <p:cNvCxnSpPr>
            <a:cxnSpLocks/>
          </p:cNvCxnSpPr>
          <p:nvPr/>
        </p:nvCxnSpPr>
        <p:spPr>
          <a:xfrm>
            <a:off x="9585093" y="3429426"/>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Прямая соединительная линия 49">
            <a:extLst>
              <a:ext uri="{FF2B5EF4-FFF2-40B4-BE49-F238E27FC236}">
                <a16:creationId xmlns:a16="http://schemas.microsoft.com/office/drawing/2014/main" id="{7101C9C2-6F98-4D52-948A-F03C7E32917E}"/>
              </a:ext>
            </a:extLst>
          </p:cNvPr>
          <p:cNvCxnSpPr>
            <a:cxnSpLocks/>
            <a:endCxn id="25" idx="0"/>
          </p:cNvCxnSpPr>
          <p:nvPr/>
        </p:nvCxnSpPr>
        <p:spPr>
          <a:xfrm>
            <a:off x="10002034" y="3429000"/>
            <a:ext cx="1" cy="663317"/>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C9B131D3-46B1-48DA-A571-6168109B7E14}"/>
              </a:ext>
            </a:extLst>
          </p:cNvPr>
          <p:cNvCxnSpPr>
            <a:cxnSpLocks/>
          </p:cNvCxnSpPr>
          <p:nvPr/>
        </p:nvCxnSpPr>
        <p:spPr>
          <a:xfrm>
            <a:off x="10122602" y="3429000"/>
            <a:ext cx="339528" cy="38355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3" name="Прямая соединительная линия 52">
            <a:extLst>
              <a:ext uri="{FF2B5EF4-FFF2-40B4-BE49-F238E27FC236}">
                <a16:creationId xmlns:a16="http://schemas.microsoft.com/office/drawing/2014/main" id="{A9867FEE-E4D7-49AA-9DE0-0899A002D369}"/>
              </a:ext>
            </a:extLst>
          </p:cNvPr>
          <p:cNvCxnSpPr>
            <a:cxnSpLocks/>
            <a:stCxn id="11" idx="3"/>
          </p:cNvCxnSpPr>
          <p:nvPr/>
        </p:nvCxnSpPr>
        <p:spPr>
          <a:xfrm>
            <a:off x="10321382" y="3435739"/>
            <a:ext cx="335526" cy="15838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9" name="Прямая со стрелкой 58">
            <a:extLst>
              <a:ext uri="{FF2B5EF4-FFF2-40B4-BE49-F238E27FC236}">
                <a16:creationId xmlns:a16="http://schemas.microsoft.com/office/drawing/2014/main" id="{4826148A-89A2-4CEC-A289-89DFE21FBF89}"/>
              </a:ext>
            </a:extLst>
          </p:cNvPr>
          <p:cNvCxnSpPr>
            <a:cxnSpLocks/>
          </p:cNvCxnSpPr>
          <p:nvPr/>
        </p:nvCxnSpPr>
        <p:spPr>
          <a:xfrm>
            <a:off x="5854995" y="3428574"/>
            <a:ext cx="2014982" cy="4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9B9AEE0-53A1-4582-A594-8F197C9907E8}"/>
              </a:ext>
            </a:extLst>
          </p:cNvPr>
          <p:cNvSpPr txBox="1"/>
          <p:nvPr/>
        </p:nvSpPr>
        <p:spPr>
          <a:xfrm>
            <a:off x="6559184" y="3097564"/>
            <a:ext cx="755335"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FDC42810-8148-4198-9B21-FEF1CB1F1796}"/>
              </a:ext>
            </a:extLst>
          </p:cNvPr>
          <p:cNvSpPr txBox="1"/>
          <p:nvPr/>
        </p:nvSpPr>
        <p:spPr>
          <a:xfrm>
            <a:off x="2112681" y="3092529"/>
            <a:ext cx="813043"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20.3 </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cxnSp>
        <p:nvCxnSpPr>
          <p:cNvPr id="44" name="Прямая со стрелкой 43">
            <a:extLst>
              <a:ext uri="{FF2B5EF4-FFF2-40B4-BE49-F238E27FC236}">
                <a16:creationId xmlns:a16="http://schemas.microsoft.com/office/drawing/2014/main" id="{0DAD8963-D463-45D3-8365-EECB4398E585}"/>
              </a:ext>
            </a:extLst>
          </p:cNvPr>
          <p:cNvCxnSpPr>
            <a:cxnSpLocks/>
            <a:stCxn id="16" idx="0"/>
            <a:endCxn id="51" idx="2"/>
          </p:cNvCxnSpPr>
          <p:nvPr/>
        </p:nvCxnSpPr>
        <p:spPr>
          <a:xfrm flipH="1" flipV="1">
            <a:off x="8708368" y="1284475"/>
            <a:ext cx="1233297"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Прямая со стрелкой 57">
            <a:extLst>
              <a:ext uri="{FF2B5EF4-FFF2-40B4-BE49-F238E27FC236}">
                <a16:creationId xmlns:a16="http://schemas.microsoft.com/office/drawing/2014/main" id="{31A1F768-0AB0-4CCD-A879-03920B85859B}"/>
              </a:ext>
            </a:extLst>
          </p:cNvPr>
          <p:cNvCxnSpPr>
            <a:cxnSpLocks/>
            <a:stCxn id="16" idx="0"/>
            <a:endCxn id="54" idx="2"/>
          </p:cNvCxnSpPr>
          <p:nvPr/>
        </p:nvCxnSpPr>
        <p:spPr>
          <a:xfrm flipH="1" flipV="1">
            <a:off x="9537916" y="1284475"/>
            <a:ext cx="403749"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8473ECB-530C-4989-96FF-16B5B07D387D}"/>
              </a:ext>
            </a:extLst>
          </p:cNvPr>
          <p:cNvCxnSpPr>
            <a:cxnSpLocks/>
            <a:stCxn id="16" idx="0"/>
            <a:endCxn id="55" idx="2"/>
          </p:cNvCxnSpPr>
          <p:nvPr/>
        </p:nvCxnSpPr>
        <p:spPr>
          <a:xfrm flipV="1">
            <a:off x="9941665" y="1274919"/>
            <a:ext cx="425799" cy="4897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Прямая со стрелкой 63">
            <a:extLst>
              <a:ext uri="{FF2B5EF4-FFF2-40B4-BE49-F238E27FC236}">
                <a16:creationId xmlns:a16="http://schemas.microsoft.com/office/drawing/2014/main" id="{605CFEF7-5E12-4A9D-A589-C7410C47345E}"/>
              </a:ext>
            </a:extLst>
          </p:cNvPr>
          <p:cNvCxnSpPr>
            <a:cxnSpLocks/>
            <a:stCxn id="16" idx="0"/>
            <a:endCxn id="56" idx="2"/>
          </p:cNvCxnSpPr>
          <p:nvPr/>
        </p:nvCxnSpPr>
        <p:spPr>
          <a:xfrm flipV="1">
            <a:off x="9941665" y="1284475"/>
            <a:ext cx="1247226"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1" name="Группа 80">
            <a:extLst>
              <a:ext uri="{FF2B5EF4-FFF2-40B4-BE49-F238E27FC236}">
                <a16:creationId xmlns:a16="http://schemas.microsoft.com/office/drawing/2014/main" id="{9ED125B5-C2CD-4417-94AD-43D7007601D2}"/>
              </a:ext>
            </a:extLst>
          </p:cNvPr>
          <p:cNvGrpSpPr/>
          <p:nvPr/>
        </p:nvGrpSpPr>
        <p:grpSpPr>
          <a:xfrm>
            <a:off x="8321233" y="324170"/>
            <a:ext cx="3361601" cy="960305"/>
            <a:chOff x="7638638" y="373123"/>
            <a:chExt cx="3361601" cy="960305"/>
          </a:xfrm>
        </p:grpSpPr>
        <p:grpSp>
          <p:nvGrpSpPr>
            <p:cNvPr id="7" name="Группа 6">
              <a:extLst>
                <a:ext uri="{FF2B5EF4-FFF2-40B4-BE49-F238E27FC236}">
                  <a16:creationId xmlns:a16="http://schemas.microsoft.com/office/drawing/2014/main" id="{B9C5257D-86B6-4B54-8FBB-FB02B0FE90D6}"/>
                </a:ext>
              </a:extLst>
            </p:cNvPr>
            <p:cNvGrpSpPr/>
            <p:nvPr/>
          </p:nvGrpSpPr>
          <p:grpSpPr>
            <a:xfrm>
              <a:off x="7735385" y="743096"/>
              <a:ext cx="3061299" cy="590332"/>
              <a:chOff x="7351002" y="717936"/>
              <a:chExt cx="3061299" cy="590332"/>
            </a:xfrm>
          </p:grpSpPr>
          <p:sp>
            <p:nvSpPr>
              <p:cNvPr id="51" name="Рамка 50">
                <a:extLst>
                  <a:ext uri="{FF2B5EF4-FFF2-40B4-BE49-F238E27FC236}">
                    <a16:creationId xmlns:a16="http://schemas.microsoft.com/office/drawing/2014/main" id="{59246F63-BE0C-497F-90ED-1F2224E6730D}"/>
                  </a:ext>
                </a:extLst>
              </p:cNvPr>
              <p:cNvSpPr/>
              <p:nvPr/>
            </p:nvSpPr>
            <p:spPr>
              <a:xfrm>
                <a:off x="7351002" y="727492"/>
                <a:ext cx="580776" cy="580776"/>
              </a:xfrm>
              <a:prstGeom prst="frame">
                <a:avLst>
                  <a:gd name="adj1" fmla="val 30751"/>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Рамка 53">
                <a:extLst>
                  <a:ext uri="{FF2B5EF4-FFF2-40B4-BE49-F238E27FC236}">
                    <a16:creationId xmlns:a16="http://schemas.microsoft.com/office/drawing/2014/main" id="{3EE92A0E-7AC2-4274-AA9F-A32B9578E75A}"/>
                  </a:ext>
                </a:extLst>
              </p:cNvPr>
              <p:cNvSpPr/>
              <p:nvPr/>
            </p:nvSpPr>
            <p:spPr>
              <a:xfrm>
                <a:off x="8180550" y="727492"/>
                <a:ext cx="580776" cy="580776"/>
              </a:xfrm>
              <a:prstGeom prst="frame">
                <a:avLst>
                  <a:gd name="adj1" fmla="val 22879"/>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амка 54">
                <a:extLst>
                  <a:ext uri="{FF2B5EF4-FFF2-40B4-BE49-F238E27FC236}">
                    <a16:creationId xmlns:a16="http://schemas.microsoft.com/office/drawing/2014/main" id="{983FBFD6-2000-4295-8838-ACBB0A830D94}"/>
                  </a:ext>
                </a:extLst>
              </p:cNvPr>
              <p:cNvSpPr/>
              <p:nvPr/>
            </p:nvSpPr>
            <p:spPr>
              <a:xfrm>
                <a:off x="9010098" y="717936"/>
                <a:ext cx="580776" cy="580776"/>
              </a:xfrm>
              <a:prstGeom prst="frame">
                <a:avLst>
                  <a:gd name="adj1" fmla="val 18156"/>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Рамка 55">
                <a:extLst>
                  <a:ext uri="{FF2B5EF4-FFF2-40B4-BE49-F238E27FC236}">
                    <a16:creationId xmlns:a16="http://schemas.microsoft.com/office/drawing/2014/main" id="{D303F293-D848-4B06-B3E5-DFD67FAEAB4B}"/>
                  </a:ext>
                </a:extLst>
              </p:cNvPr>
              <p:cNvSpPr/>
              <p:nvPr/>
            </p:nvSpPr>
            <p:spPr>
              <a:xfrm>
                <a:off x="9831525" y="727492"/>
                <a:ext cx="580776" cy="580776"/>
              </a:xfrm>
              <a:prstGeom prst="frame">
                <a:avLst>
                  <a:gd name="adj1" fmla="val 1185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grpSp>
        <p:sp>
          <p:nvSpPr>
            <p:cNvPr id="69" name="TextBox 68">
              <a:extLst>
                <a:ext uri="{FF2B5EF4-FFF2-40B4-BE49-F238E27FC236}">
                  <a16:creationId xmlns:a16="http://schemas.microsoft.com/office/drawing/2014/main" id="{F7BACE35-DC86-482C-9388-69D54A1EACDF}"/>
                </a:ext>
              </a:extLst>
            </p:cNvPr>
            <p:cNvSpPr txBox="1"/>
            <p:nvPr/>
          </p:nvSpPr>
          <p:spPr>
            <a:xfrm>
              <a:off x="7638638" y="373123"/>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a:t>
              </a:r>
              <a:r>
                <a:rPr lang="ru-RU" dirty="0">
                  <a:latin typeface="Times New Roman" panose="02020603050405020304" pitchFamily="18" charset="0"/>
                  <a:cs typeface="Times New Roman" panose="02020603050405020304" pitchFamily="18" charset="0"/>
                </a:rPr>
                <a:t>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10BDE32C-1141-4C14-A4D7-AF506D708070}"/>
                </a:ext>
              </a:extLst>
            </p:cNvPr>
            <p:cNvSpPr txBox="1"/>
            <p:nvPr/>
          </p:nvSpPr>
          <p:spPr>
            <a:xfrm>
              <a:off x="8409525" y="373123"/>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200</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9DD6694-3BF3-4B3C-8564-D5C5A0DA62FC}"/>
                </a:ext>
              </a:extLst>
            </p:cNvPr>
            <p:cNvSpPr txBox="1"/>
            <p:nvPr/>
          </p:nvSpPr>
          <p:spPr>
            <a:xfrm>
              <a:off x="9279619" y="384798"/>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4F23A55D-EFC8-4715-BD9B-C16543A441BB}"/>
                </a:ext>
              </a:extLst>
            </p:cNvPr>
            <p:cNvSpPr txBox="1"/>
            <p:nvPr/>
          </p:nvSpPr>
          <p:spPr>
            <a:xfrm>
              <a:off x="10108648" y="37854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grpSp>
      <p:sp>
        <p:nvSpPr>
          <p:cNvPr id="63" name="Куб 62">
            <a:extLst>
              <a:ext uri="{FF2B5EF4-FFF2-40B4-BE49-F238E27FC236}">
                <a16:creationId xmlns:a16="http://schemas.microsoft.com/office/drawing/2014/main" id="{542FCC37-F735-4831-A6E9-AE7698A6B257}"/>
              </a:ext>
            </a:extLst>
          </p:cNvPr>
          <p:cNvSpPr/>
          <p:nvPr/>
        </p:nvSpPr>
        <p:spPr>
          <a:xfrm>
            <a:off x="3349678" y="2274596"/>
            <a:ext cx="2880000" cy="1161143"/>
          </a:xfrm>
          <a:prstGeom prst="cube">
            <a:avLst>
              <a:gd name="adj" fmla="val 36635"/>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1" name="Прямая соединительная линия 30">
            <a:extLst>
              <a:ext uri="{FF2B5EF4-FFF2-40B4-BE49-F238E27FC236}">
                <a16:creationId xmlns:a16="http://schemas.microsoft.com/office/drawing/2014/main" id="{96DAF6F1-748A-4332-A950-B7E81675D200}"/>
              </a:ext>
            </a:extLst>
          </p:cNvPr>
          <p:cNvCxnSpPr>
            <a:cxnSpLocks/>
          </p:cNvCxnSpPr>
          <p:nvPr/>
        </p:nvCxnSpPr>
        <p:spPr>
          <a:xfrm>
            <a:off x="4839687" y="2062562"/>
            <a:ext cx="0" cy="269358"/>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131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Куб 11">
            <a:extLst>
              <a:ext uri="{FF2B5EF4-FFF2-40B4-BE49-F238E27FC236}">
                <a16:creationId xmlns:a16="http://schemas.microsoft.com/office/drawing/2014/main" id="{5EF4FECF-B3C7-4282-B72F-55725216D3EA}"/>
              </a:ext>
            </a:extLst>
          </p:cNvPr>
          <p:cNvSpPr/>
          <p:nvPr/>
        </p:nvSpPr>
        <p:spPr>
          <a:xfrm>
            <a:off x="869901" y="2261118"/>
            <a:ext cx="1800000" cy="1161143"/>
          </a:xfrm>
          <a:prstGeom prst="cube">
            <a:avLst>
              <a:gd name="adj" fmla="val 36635"/>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 стрелкой 60">
            <a:extLst>
              <a:ext uri="{FF2B5EF4-FFF2-40B4-BE49-F238E27FC236}">
                <a16:creationId xmlns:a16="http://schemas.microsoft.com/office/drawing/2014/main" id="{6468B697-99CF-43C6-960D-C2FCF55B8E21}"/>
              </a:ext>
            </a:extLst>
          </p:cNvPr>
          <p:cNvCxnSpPr>
            <a:cxnSpLocks/>
          </p:cNvCxnSpPr>
          <p:nvPr/>
        </p:nvCxnSpPr>
        <p:spPr>
          <a:xfrm>
            <a:off x="2273922" y="3422261"/>
            <a:ext cx="1749867" cy="998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Куб 3">
            <a:extLst>
              <a:ext uri="{FF2B5EF4-FFF2-40B4-BE49-F238E27FC236}">
                <a16:creationId xmlns:a16="http://schemas.microsoft.com/office/drawing/2014/main" id="{F9D1B01C-D458-49AF-8152-BF1CA997806A}"/>
              </a:ext>
            </a:extLst>
          </p:cNvPr>
          <p:cNvSpPr/>
          <p:nvPr/>
        </p:nvSpPr>
        <p:spPr>
          <a:xfrm>
            <a:off x="7226715" y="2289174"/>
            <a:ext cx="1890000" cy="1161143"/>
          </a:xfrm>
          <a:prstGeom prst="cub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Куб 5">
            <a:extLst>
              <a:ext uri="{FF2B5EF4-FFF2-40B4-BE49-F238E27FC236}">
                <a16:creationId xmlns:a16="http://schemas.microsoft.com/office/drawing/2014/main" id="{785BAE4F-B0C1-4FE9-856E-D9AEF037DCBC}"/>
              </a:ext>
            </a:extLst>
          </p:cNvPr>
          <p:cNvSpPr/>
          <p:nvPr/>
        </p:nvSpPr>
        <p:spPr>
          <a:xfrm>
            <a:off x="8819783" y="2289174"/>
            <a:ext cx="792000" cy="1161143"/>
          </a:xfrm>
          <a:prstGeom prst="cube">
            <a:avLst>
              <a:gd name="adj" fmla="val 36635"/>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Куб 4">
            <a:extLst>
              <a:ext uri="{FF2B5EF4-FFF2-40B4-BE49-F238E27FC236}">
                <a16:creationId xmlns:a16="http://schemas.microsoft.com/office/drawing/2014/main" id="{36488C9D-4C0F-4B23-962E-EC04A0570269}"/>
              </a:ext>
            </a:extLst>
          </p:cNvPr>
          <p:cNvSpPr/>
          <p:nvPr/>
        </p:nvSpPr>
        <p:spPr>
          <a:xfrm>
            <a:off x="9307181" y="2289174"/>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Куб 9">
            <a:extLst>
              <a:ext uri="{FF2B5EF4-FFF2-40B4-BE49-F238E27FC236}">
                <a16:creationId xmlns:a16="http://schemas.microsoft.com/office/drawing/2014/main" id="{1D26A6B7-A2B5-4C7A-9155-837B439DC0BC}"/>
              </a:ext>
            </a:extLst>
          </p:cNvPr>
          <p:cNvSpPr/>
          <p:nvPr/>
        </p:nvSpPr>
        <p:spPr>
          <a:xfrm>
            <a:off x="9423224" y="2288748"/>
            <a:ext cx="508488" cy="1161143"/>
          </a:xfrm>
          <a:prstGeom prst="cube">
            <a:avLst>
              <a:gd name="adj" fmla="val 57721"/>
            </a:avLst>
          </a:prstGeom>
          <a:solidFill>
            <a:srgbClr val="00FF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Куб 10">
            <a:extLst>
              <a:ext uri="{FF2B5EF4-FFF2-40B4-BE49-F238E27FC236}">
                <a16:creationId xmlns:a16="http://schemas.microsoft.com/office/drawing/2014/main" id="{6FF32834-EB10-4D22-B7AA-D8FD64A54B04}"/>
              </a:ext>
            </a:extLst>
          </p:cNvPr>
          <p:cNvSpPr/>
          <p:nvPr/>
        </p:nvSpPr>
        <p:spPr>
          <a:xfrm>
            <a:off x="9640288" y="2295487"/>
            <a:ext cx="411969" cy="1161143"/>
          </a:xfrm>
          <a:prstGeom prst="cube">
            <a:avLst>
              <a:gd name="adj" fmla="val 71457"/>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3AAD479C-48F4-4632-8CA0-644B4189CBF4}"/>
              </a:ext>
            </a:extLst>
          </p:cNvPr>
          <p:cNvSpPr txBox="1"/>
          <p:nvPr/>
        </p:nvSpPr>
        <p:spPr>
          <a:xfrm>
            <a:off x="1642456" y="1757529"/>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0949408-B328-45E9-A624-DF8359F5EEE9}"/>
              </a:ext>
            </a:extLst>
          </p:cNvPr>
          <p:cNvSpPr txBox="1"/>
          <p:nvPr/>
        </p:nvSpPr>
        <p:spPr>
          <a:xfrm>
            <a:off x="8095264" y="1785159"/>
            <a:ext cx="33855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C</a:t>
            </a:r>
            <a:endParaRPr lang="ru-RU" u="sng" baseline="-25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C065467-D28D-473F-B9B8-DB5089E97643}"/>
              </a:ext>
            </a:extLst>
          </p:cNvPr>
          <p:cNvSpPr txBox="1"/>
          <p:nvPr/>
        </p:nvSpPr>
        <p:spPr>
          <a:xfrm>
            <a:off x="9085968" y="1785585"/>
            <a:ext cx="46679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Au</a:t>
            </a:r>
            <a:endParaRPr lang="ru-RU" u="sn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F469B61-0465-4E24-9CC4-B5DAD0B17500}"/>
              </a:ext>
            </a:extLst>
          </p:cNvPr>
          <p:cNvSpPr txBox="1"/>
          <p:nvPr/>
        </p:nvSpPr>
        <p:spPr>
          <a:xfrm>
            <a:off x="9554720" y="1785585"/>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A3BED50-77A5-42E2-ADE0-E155547E6FCC}"/>
              </a:ext>
            </a:extLst>
          </p:cNvPr>
          <p:cNvSpPr txBox="1"/>
          <p:nvPr/>
        </p:nvSpPr>
        <p:spPr>
          <a:xfrm>
            <a:off x="10676058" y="1785159"/>
            <a:ext cx="928459"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ПММА</a:t>
            </a:r>
          </a:p>
        </p:txBody>
      </p:sp>
      <p:sp>
        <p:nvSpPr>
          <p:cNvPr id="20" name="TextBox 19">
            <a:extLst>
              <a:ext uri="{FF2B5EF4-FFF2-40B4-BE49-F238E27FC236}">
                <a16:creationId xmlns:a16="http://schemas.microsoft.com/office/drawing/2014/main" id="{57812A31-CD62-46CF-AAB3-9C81F31B9127}"/>
              </a:ext>
            </a:extLst>
          </p:cNvPr>
          <p:cNvSpPr txBox="1"/>
          <p:nvPr/>
        </p:nvSpPr>
        <p:spPr>
          <a:xfrm>
            <a:off x="9839830" y="1785159"/>
            <a:ext cx="895373"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Каптон</a:t>
            </a:r>
          </a:p>
        </p:txBody>
      </p:sp>
      <p:sp>
        <p:nvSpPr>
          <p:cNvPr id="21" name="TextBox 20">
            <a:extLst>
              <a:ext uri="{FF2B5EF4-FFF2-40B4-BE49-F238E27FC236}">
                <a16:creationId xmlns:a16="http://schemas.microsoft.com/office/drawing/2014/main" id="{11277ABD-66B7-4759-869D-08ACF33FD1A5}"/>
              </a:ext>
            </a:extLst>
          </p:cNvPr>
          <p:cNvSpPr txBox="1"/>
          <p:nvPr/>
        </p:nvSpPr>
        <p:spPr>
          <a:xfrm>
            <a:off x="1112433" y="363070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500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63DAEF3-A69A-4BA9-BFD2-B3D878FE59A5}"/>
              </a:ext>
            </a:extLst>
          </p:cNvPr>
          <p:cNvSpPr txBox="1"/>
          <p:nvPr/>
        </p:nvSpPr>
        <p:spPr>
          <a:xfrm>
            <a:off x="4108034" y="3600012"/>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45</a:t>
            </a:r>
            <a:r>
              <a:rPr lang="ru-RU" dirty="0">
                <a:latin typeface="Times New Roman" panose="02020603050405020304" pitchFamily="18" charset="0"/>
                <a:cs typeface="Times New Roman" panose="02020603050405020304" pitchFamily="18" charset="0"/>
              </a:rPr>
              <a:t>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BB57633-AC30-475C-A690-B8ADCC6EF518}"/>
              </a:ext>
            </a:extLst>
          </p:cNvPr>
          <p:cNvSpPr txBox="1"/>
          <p:nvPr/>
        </p:nvSpPr>
        <p:spPr>
          <a:xfrm>
            <a:off x="7573924" y="3658754"/>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475</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A70562-F77A-437D-9EC6-F72BD0639582}"/>
              </a:ext>
            </a:extLst>
          </p:cNvPr>
          <p:cNvSpPr txBox="1"/>
          <p:nvPr/>
        </p:nvSpPr>
        <p:spPr>
          <a:xfrm>
            <a:off x="8962793" y="4113208"/>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8BACE2A-DF2A-42C5-9C5D-0E8AE09F7D80}"/>
              </a:ext>
            </a:extLst>
          </p:cNvPr>
          <p:cNvSpPr txBox="1"/>
          <p:nvPr/>
        </p:nvSpPr>
        <p:spPr>
          <a:xfrm>
            <a:off x="8617999" y="3658332"/>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22</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99569056-7D14-4B08-8506-6B6D7B453C6F}"/>
              </a:ext>
            </a:extLst>
          </p:cNvPr>
          <p:cNvSpPr txBox="1"/>
          <p:nvPr/>
        </p:nvSpPr>
        <p:spPr>
          <a:xfrm>
            <a:off x="9775667" y="3784678"/>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EE54F66-BF0E-4066-B2A4-DDC185CECF29}"/>
              </a:ext>
            </a:extLst>
          </p:cNvPr>
          <p:cNvSpPr txBox="1"/>
          <p:nvPr/>
        </p:nvSpPr>
        <p:spPr>
          <a:xfrm>
            <a:off x="9966195" y="3469459"/>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30" name="Прямая соединительная линия 29">
            <a:extLst>
              <a:ext uri="{FF2B5EF4-FFF2-40B4-BE49-F238E27FC236}">
                <a16:creationId xmlns:a16="http://schemas.microsoft.com/office/drawing/2014/main" id="{D3A355AB-5C1C-4983-B2A0-1D82C2F789B2}"/>
              </a:ext>
            </a:extLst>
          </p:cNvPr>
          <p:cNvCxnSpPr>
            <a:cxnSpLocks/>
          </p:cNvCxnSpPr>
          <p:nvPr/>
        </p:nvCxnSpPr>
        <p:spPr>
          <a:xfrm>
            <a:off x="1864017" y="2055823"/>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8257373D-A8AE-426E-BEBF-9AECA232A621}"/>
              </a:ext>
            </a:extLst>
          </p:cNvPr>
          <p:cNvCxnSpPr>
            <a:cxnSpLocks/>
          </p:cNvCxnSpPr>
          <p:nvPr/>
        </p:nvCxnSpPr>
        <p:spPr>
          <a:xfrm>
            <a:off x="8267521" y="2092988"/>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E3F1F5D2-ED4E-47EF-B3D1-228D38AE3662}"/>
              </a:ext>
            </a:extLst>
          </p:cNvPr>
          <p:cNvCxnSpPr>
            <a:cxnSpLocks/>
          </p:cNvCxnSpPr>
          <p:nvPr/>
        </p:nvCxnSpPr>
        <p:spPr>
          <a:xfrm>
            <a:off x="9319365" y="2086597"/>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C460CB1F-7331-45B8-B6A2-7F0A7AEC2DF0}"/>
              </a:ext>
            </a:extLst>
          </p:cNvPr>
          <p:cNvCxnSpPr>
            <a:cxnSpLocks/>
          </p:cNvCxnSpPr>
          <p:nvPr/>
        </p:nvCxnSpPr>
        <p:spPr>
          <a:xfrm flipH="1">
            <a:off x="9574268" y="2088634"/>
            <a:ext cx="144882" cy="293296"/>
          </a:xfrm>
          <a:prstGeom prst="line">
            <a:avLst/>
          </a:prstGeom>
          <a:ln w="9525"/>
        </p:spPr>
        <p:style>
          <a:lnRef idx="1">
            <a:schemeClr val="dk1"/>
          </a:lnRef>
          <a:fillRef idx="0">
            <a:schemeClr val="dk1"/>
          </a:fillRef>
          <a:effectRef idx="0">
            <a:schemeClr val="dk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AF990367-1AFC-4EAB-953E-5B40D626BE63}"/>
              </a:ext>
            </a:extLst>
          </p:cNvPr>
          <p:cNvCxnSpPr>
            <a:cxnSpLocks/>
          </p:cNvCxnSpPr>
          <p:nvPr/>
        </p:nvCxnSpPr>
        <p:spPr>
          <a:xfrm flipH="1">
            <a:off x="9721108" y="2086597"/>
            <a:ext cx="464848" cy="31657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3504BC9F-2E2A-4A3A-A992-851A4E51B15D}"/>
              </a:ext>
            </a:extLst>
          </p:cNvPr>
          <p:cNvCxnSpPr>
            <a:cxnSpLocks/>
          </p:cNvCxnSpPr>
          <p:nvPr/>
        </p:nvCxnSpPr>
        <p:spPr>
          <a:xfrm flipH="1">
            <a:off x="9884054" y="2086597"/>
            <a:ext cx="1213067" cy="333478"/>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B68B2227-1448-48F9-8CF1-76284A8E0A95}"/>
              </a:ext>
            </a:extLst>
          </p:cNvPr>
          <p:cNvCxnSpPr>
            <a:cxnSpLocks/>
          </p:cNvCxnSpPr>
          <p:nvPr/>
        </p:nvCxnSpPr>
        <p:spPr>
          <a:xfrm>
            <a:off x="1558229" y="3422261"/>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D150E15-E9BD-4EAD-AFDC-12BFFC3586DC}"/>
              </a:ext>
            </a:extLst>
          </p:cNvPr>
          <p:cNvCxnSpPr>
            <a:cxnSpLocks/>
          </p:cNvCxnSpPr>
          <p:nvPr/>
        </p:nvCxnSpPr>
        <p:spPr>
          <a:xfrm>
            <a:off x="4628167" y="3391145"/>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1F5CF3EC-D755-4B31-8B08-7DC29B03C6E6}"/>
              </a:ext>
            </a:extLst>
          </p:cNvPr>
          <p:cNvCxnSpPr>
            <a:cxnSpLocks/>
          </p:cNvCxnSpPr>
          <p:nvPr/>
        </p:nvCxnSpPr>
        <p:spPr>
          <a:xfrm>
            <a:off x="8013526" y="3450317"/>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C1A67181-4F1A-4E2E-8631-72651DC514F5}"/>
              </a:ext>
            </a:extLst>
          </p:cNvPr>
          <p:cNvCxnSpPr>
            <a:cxnSpLocks/>
          </p:cNvCxnSpPr>
          <p:nvPr/>
        </p:nvCxnSpPr>
        <p:spPr>
          <a:xfrm>
            <a:off x="8962793" y="3450317"/>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Прямая соединительная линия 49">
            <a:extLst>
              <a:ext uri="{FF2B5EF4-FFF2-40B4-BE49-F238E27FC236}">
                <a16:creationId xmlns:a16="http://schemas.microsoft.com/office/drawing/2014/main" id="{7101C9C2-6F98-4D52-948A-F03C7E32917E}"/>
              </a:ext>
            </a:extLst>
          </p:cNvPr>
          <p:cNvCxnSpPr>
            <a:cxnSpLocks/>
            <a:endCxn id="25" idx="0"/>
          </p:cNvCxnSpPr>
          <p:nvPr/>
        </p:nvCxnSpPr>
        <p:spPr>
          <a:xfrm>
            <a:off x="9379734" y="3449891"/>
            <a:ext cx="1" cy="663317"/>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C9B131D3-46B1-48DA-A571-6168109B7E14}"/>
              </a:ext>
            </a:extLst>
          </p:cNvPr>
          <p:cNvCxnSpPr>
            <a:cxnSpLocks/>
          </p:cNvCxnSpPr>
          <p:nvPr/>
        </p:nvCxnSpPr>
        <p:spPr>
          <a:xfrm>
            <a:off x="9500302" y="3449891"/>
            <a:ext cx="339528" cy="38355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3" name="Прямая соединительная линия 52">
            <a:extLst>
              <a:ext uri="{FF2B5EF4-FFF2-40B4-BE49-F238E27FC236}">
                <a16:creationId xmlns:a16="http://schemas.microsoft.com/office/drawing/2014/main" id="{A9867FEE-E4D7-49AA-9DE0-0899A002D369}"/>
              </a:ext>
            </a:extLst>
          </p:cNvPr>
          <p:cNvCxnSpPr>
            <a:cxnSpLocks/>
            <a:stCxn id="11" idx="3"/>
          </p:cNvCxnSpPr>
          <p:nvPr/>
        </p:nvCxnSpPr>
        <p:spPr>
          <a:xfrm>
            <a:off x="9699082" y="3456630"/>
            <a:ext cx="335526" cy="15838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9" name="Прямая со стрелкой 58">
            <a:extLst>
              <a:ext uri="{FF2B5EF4-FFF2-40B4-BE49-F238E27FC236}">
                <a16:creationId xmlns:a16="http://schemas.microsoft.com/office/drawing/2014/main" id="{4826148A-89A2-4CEC-A289-89DFE21FBF89}"/>
              </a:ext>
            </a:extLst>
          </p:cNvPr>
          <p:cNvCxnSpPr>
            <a:cxnSpLocks/>
          </p:cNvCxnSpPr>
          <p:nvPr/>
        </p:nvCxnSpPr>
        <p:spPr>
          <a:xfrm>
            <a:off x="5232695" y="3449465"/>
            <a:ext cx="2014982" cy="4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9B9AEE0-53A1-4582-A594-8F197C9907E8}"/>
              </a:ext>
            </a:extLst>
          </p:cNvPr>
          <p:cNvSpPr txBox="1"/>
          <p:nvPr/>
        </p:nvSpPr>
        <p:spPr>
          <a:xfrm>
            <a:off x="5936884" y="3118455"/>
            <a:ext cx="755335"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FDC42810-8148-4198-9B21-FEF1CB1F1796}"/>
              </a:ext>
            </a:extLst>
          </p:cNvPr>
          <p:cNvSpPr txBox="1"/>
          <p:nvPr/>
        </p:nvSpPr>
        <p:spPr>
          <a:xfrm>
            <a:off x="2797079" y="3085790"/>
            <a:ext cx="813043"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20.3 </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cxnSp>
        <p:nvCxnSpPr>
          <p:cNvPr id="44" name="Прямая со стрелкой 43">
            <a:extLst>
              <a:ext uri="{FF2B5EF4-FFF2-40B4-BE49-F238E27FC236}">
                <a16:creationId xmlns:a16="http://schemas.microsoft.com/office/drawing/2014/main" id="{0DAD8963-D463-45D3-8365-EECB4398E585}"/>
              </a:ext>
            </a:extLst>
          </p:cNvPr>
          <p:cNvCxnSpPr>
            <a:cxnSpLocks/>
            <a:stCxn id="16" idx="0"/>
            <a:endCxn id="51" idx="2"/>
          </p:cNvCxnSpPr>
          <p:nvPr/>
        </p:nvCxnSpPr>
        <p:spPr>
          <a:xfrm flipH="1" flipV="1">
            <a:off x="8086068" y="1305366"/>
            <a:ext cx="1233297"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Прямая со стрелкой 57">
            <a:extLst>
              <a:ext uri="{FF2B5EF4-FFF2-40B4-BE49-F238E27FC236}">
                <a16:creationId xmlns:a16="http://schemas.microsoft.com/office/drawing/2014/main" id="{31A1F768-0AB0-4CCD-A879-03920B85859B}"/>
              </a:ext>
            </a:extLst>
          </p:cNvPr>
          <p:cNvCxnSpPr>
            <a:cxnSpLocks/>
            <a:stCxn id="16" idx="0"/>
            <a:endCxn id="54" idx="2"/>
          </p:cNvCxnSpPr>
          <p:nvPr/>
        </p:nvCxnSpPr>
        <p:spPr>
          <a:xfrm flipH="1" flipV="1">
            <a:off x="8915616" y="1305366"/>
            <a:ext cx="403749"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8473ECB-530C-4989-96FF-16B5B07D387D}"/>
              </a:ext>
            </a:extLst>
          </p:cNvPr>
          <p:cNvCxnSpPr>
            <a:cxnSpLocks/>
            <a:stCxn id="16" idx="0"/>
            <a:endCxn id="55" idx="2"/>
          </p:cNvCxnSpPr>
          <p:nvPr/>
        </p:nvCxnSpPr>
        <p:spPr>
          <a:xfrm flipV="1">
            <a:off x="9319365" y="1295810"/>
            <a:ext cx="425799" cy="4897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Прямая со стрелкой 63">
            <a:extLst>
              <a:ext uri="{FF2B5EF4-FFF2-40B4-BE49-F238E27FC236}">
                <a16:creationId xmlns:a16="http://schemas.microsoft.com/office/drawing/2014/main" id="{605CFEF7-5E12-4A9D-A589-C7410C47345E}"/>
              </a:ext>
            </a:extLst>
          </p:cNvPr>
          <p:cNvCxnSpPr>
            <a:cxnSpLocks/>
            <a:stCxn id="16" idx="0"/>
            <a:endCxn id="56" idx="2"/>
          </p:cNvCxnSpPr>
          <p:nvPr/>
        </p:nvCxnSpPr>
        <p:spPr>
          <a:xfrm flipV="1">
            <a:off x="9319365" y="1305366"/>
            <a:ext cx="1247226"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1" name="Группа 80">
            <a:extLst>
              <a:ext uri="{FF2B5EF4-FFF2-40B4-BE49-F238E27FC236}">
                <a16:creationId xmlns:a16="http://schemas.microsoft.com/office/drawing/2014/main" id="{9ED125B5-C2CD-4417-94AD-43D7007601D2}"/>
              </a:ext>
            </a:extLst>
          </p:cNvPr>
          <p:cNvGrpSpPr/>
          <p:nvPr/>
        </p:nvGrpSpPr>
        <p:grpSpPr>
          <a:xfrm>
            <a:off x="7698933" y="345061"/>
            <a:ext cx="3361601" cy="960305"/>
            <a:chOff x="7638638" y="373123"/>
            <a:chExt cx="3361601" cy="960305"/>
          </a:xfrm>
        </p:grpSpPr>
        <p:grpSp>
          <p:nvGrpSpPr>
            <p:cNvPr id="7" name="Группа 6">
              <a:extLst>
                <a:ext uri="{FF2B5EF4-FFF2-40B4-BE49-F238E27FC236}">
                  <a16:creationId xmlns:a16="http://schemas.microsoft.com/office/drawing/2014/main" id="{B9C5257D-86B6-4B54-8FBB-FB02B0FE90D6}"/>
                </a:ext>
              </a:extLst>
            </p:cNvPr>
            <p:cNvGrpSpPr/>
            <p:nvPr/>
          </p:nvGrpSpPr>
          <p:grpSpPr>
            <a:xfrm>
              <a:off x="7735385" y="743096"/>
              <a:ext cx="3061299" cy="590332"/>
              <a:chOff x="7351002" y="717936"/>
              <a:chExt cx="3061299" cy="590332"/>
            </a:xfrm>
          </p:grpSpPr>
          <p:sp>
            <p:nvSpPr>
              <p:cNvPr id="51" name="Рамка 50">
                <a:extLst>
                  <a:ext uri="{FF2B5EF4-FFF2-40B4-BE49-F238E27FC236}">
                    <a16:creationId xmlns:a16="http://schemas.microsoft.com/office/drawing/2014/main" id="{59246F63-BE0C-497F-90ED-1F2224E6730D}"/>
                  </a:ext>
                </a:extLst>
              </p:cNvPr>
              <p:cNvSpPr/>
              <p:nvPr/>
            </p:nvSpPr>
            <p:spPr>
              <a:xfrm>
                <a:off x="7351002" y="727492"/>
                <a:ext cx="580776" cy="580776"/>
              </a:xfrm>
              <a:prstGeom prst="frame">
                <a:avLst>
                  <a:gd name="adj1" fmla="val 30751"/>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Рамка 53">
                <a:extLst>
                  <a:ext uri="{FF2B5EF4-FFF2-40B4-BE49-F238E27FC236}">
                    <a16:creationId xmlns:a16="http://schemas.microsoft.com/office/drawing/2014/main" id="{3EE92A0E-7AC2-4274-AA9F-A32B9578E75A}"/>
                  </a:ext>
                </a:extLst>
              </p:cNvPr>
              <p:cNvSpPr/>
              <p:nvPr/>
            </p:nvSpPr>
            <p:spPr>
              <a:xfrm>
                <a:off x="8180550" y="727492"/>
                <a:ext cx="580776" cy="580776"/>
              </a:xfrm>
              <a:prstGeom prst="frame">
                <a:avLst>
                  <a:gd name="adj1" fmla="val 22879"/>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амка 54">
                <a:extLst>
                  <a:ext uri="{FF2B5EF4-FFF2-40B4-BE49-F238E27FC236}">
                    <a16:creationId xmlns:a16="http://schemas.microsoft.com/office/drawing/2014/main" id="{983FBFD6-2000-4295-8838-ACBB0A830D94}"/>
                  </a:ext>
                </a:extLst>
              </p:cNvPr>
              <p:cNvSpPr/>
              <p:nvPr/>
            </p:nvSpPr>
            <p:spPr>
              <a:xfrm>
                <a:off x="9010098" y="717936"/>
                <a:ext cx="580776" cy="580776"/>
              </a:xfrm>
              <a:prstGeom prst="frame">
                <a:avLst>
                  <a:gd name="adj1" fmla="val 18156"/>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Рамка 55">
                <a:extLst>
                  <a:ext uri="{FF2B5EF4-FFF2-40B4-BE49-F238E27FC236}">
                    <a16:creationId xmlns:a16="http://schemas.microsoft.com/office/drawing/2014/main" id="{D303F293-D848-4B06-B3E5-DFD67FAEAB4B}"/>
                  </a:ext>
                </a:extLst>
              </p:cNvPr>
              <p:cNvSpPr/>
              <p:nvPr/>
            </p:nvSpPr>
            <p:spPr>
              <a:xfrm>
                <a:off x="9831525" y="727492"/>
                <a:ext cx="580776" cy="580776"/>
              </a:xfrm>
              <a:prstGeom prst="frame">
                <a:avLst>
                  <a:gd name="adj1" fmla="val 1185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grpSp>
        <p:sp>
          <p:nvSpPr>
            <p:cNvPr id="69" name="TextBox 68">
              <a:extLst>
                <a:ext uri="{FF2B5EF4-FFF2-40B4-BE49-F238E27FC236}">
                  <a16:creationId xmlns:a16="http://schemas.microsoft.com/office/drawing/2014/main" id="{F7BACE35-DC86-482C-9388-69D54A1EACDF}"/>
                </a:ext>
              </a:extLst>
            </p:cNvPr>
            <p:cNvSpPr txBox="1"/>
            <p:nvPr/>
          </p:nvSpPr>
          <p:spPr>
            <a:xfrm>
              <a:off x="7638638" y="373123"/>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10BDE32C-1141-4C14-A4D7-AF506D708070}"/>
                </a:ext>
              </a:extLst>
            </p:cNvPr>
            <p:cNvSpPr txBox="1"/>
            <p:nvPr/>
          </p:nvSpPr>
          <p:spPr>
            <a:xfrm>
              <a:off x="8409525" y="373123"/>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129</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9DD6694-3BF3-4B3C-8564-D5C5A0DA62FC}"/>
                </a:ext>
              </a:extLst>
            </p:cNvPr>
            <p:cNvSpPr txBox="1"/>
            <p:nvPr/>
          </p:nvSpPr>
          <p:spPr>
            <a:xfrm>
              <a:off x="9279619" y="384798"/>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4F23A55D-EFC8-4715-BD9B-C16543A441BB}"/>
                </a:ext>
              </a:extLst>
            </p:cNvPr>
            <p:cNvSpPr txBox="1"/>
            <p:nvPr/>
          </p:nvSpPr>
          <p:spPr>
            <a:xfrm>
              <a:off x="10108648" y="37854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grpSp>
      <p:sp>
        <p:nvSpPr>
          <p:cNvPr id="63" name="Куб 62">
            <a:extLst>
              <a:ext uri="{FF2B5EF4-FFF2-40B4-BE49-F238E27FC236}">
                <a16:creationId xmlns:a16="http://schemas.microsoft.com/office/drawing/2014/main" id="{542FCC37-F735-4831-A6E9-AE7698A6B257}"/>
              </a:ext>
            </a:extLst>
          </p:cNvPr>
          <p:cNvSpPr/>
          <p:nvPr/>
        </p:nvSpPr>
        <p:spPr>
          <a:xfrm>
            <a:off x="4034076" y="2267857"/>
            <a:ext cx="1620000" cy="1161143"/>
          </a:xfrm>
          <a:prstGeom prst="cube">
            <a:avLst>
              <a:gd name="adj" fmla="val 36635"/>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6E88BEEB-D19E-44A0-9E8A-492E0F0E95C9}"/>
              </a:ext>
            </a:extLst>
          </p:cNvPr>
          <p:cNvSpPr txBox="1"/>
          <p:nvPr/>
        </p:nvSpPr>
        <p:spPr>
          <a:xfrm>
            <a:off x="4759013" y="1768015"/>
            <a:ext cx="415498" cy="369332"/>
          </a:xfrm>
          <a:prstGeom prst="rect">
            <a:avLst/>
          </a:prstGeom>
          <a:noFill/>
        </p:spPr>
        <p:txBody>
          <a:bodyPr wrap="square" rtlCol="0">
            <a:spAutoFit/>
          </a:bodyPr>
          <a:lstStyle/>
          <a:p>
            <a:r>
              <a:rPr lang="en-AU" u="sng" dirty="0">
                <a:latin typeface="Times New Roman" panose="02020603050405020304" pitchFamily="18" charset="0"/>
                <a:cs typeface="Times New Roman" panose="02020603050405020304" pitchFamily="18" charset="0"/>
              </a:rPr>
              <a:t>Al</a:t>
            </a:r>
            <a:endParaRPr lang="ru-RU" u="sng" dirty="0">
              <a:latin typeface="Times New Roman" panose="02020603050405020304" pitchFamily="18" charset="0"/>
              <a:cs typeface="Times New Roman" panose="02020603050405020304" pitchFamily="18" charset="0"/>
            </a:endParaRPr>
          </a:p>
        </p:txBody>
      </p:sp>
      <p:cxnSp>
        <p:nvCxnSpPr>
          <p:cNvPr id="31" name="Прямая соединительная линия 30">
            <a:extLst>
              <a:ext uri="{FF2B5EF4-FFF2-40B4-BE49-F238E27FC236}">
                <a16:creationId xmlns:a16="http://schemas.microsoft.com/office/drawing/2014/main" id="{96DAF6F1-748A-4332-A950-B7E81675D200}"/>
              </a:ext>
            </a:extLst>
          </p:cNvPr>
          <p:cNvCxnSpPr>
            <a:cxnSpLocks/>
          </p:cNvCxnSpPr>
          <p:nvPr/>
        </p:nvCxnSpPr>
        <p:spPr>
          <a:xfrm>
            <a:off x="4966762" y="2069027"/>
            <a:ext cx="0" cy="269358"/>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88040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Куб 56">
            <a:extLst>
              <a:ext uri="{FF2B5EF4-FFF2-40B4-BE49-F238E27FC236}">
                <a16:creationId xmlns:a16="http://schemas.microsoft.com/office/drawing/2014/main" id="{712570DF-2169-4633-8C86-EECB06EAFB97}"/>
              </a:ext>
            </a:extLst>
          </p:cNvPr>
          <p:cNvSpPr/>
          <p:nvPr/>
        </p:nvSpPr>
        <p:spPr>
          <a:xfrm>
            <a:off x="7964306" y="2298210"/>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Box 59">
            <a:extLst>
              <a:ext uri="{FF2B5EF4-FFF2-40B4-BE49-F238E27FC236}">
                <a16:creationId xmlns:a16="http://schemas.microsoft.com/office/drawing/2014/main" id="{0C27C219-10E5-4461-8AE9-32E65342E8FE}"/>
              </a:ext>
            </a:extLst>
          </p:cNvPr>
          <p:cNvSpPr txBox="1"/>
          <p:nvPr/>
        </p:nvSpPr>
        <p:spPr>
          <a:xfrm>
            <a:off x="7965026" y="1802369"/>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0D0C679A-02D9-4EC1-AE7C-16AFCAA44AEC}"/>
              </a:ext>
            </a:extLst>
          </p:cNvPr>
          <p:cNvSpPr txBox="1"/>
          <p:nvPr/>
        </p:nvSpPr>
        <p:spPr>
          <a:xfrm>
            <a:off x="7067240" y="4112723"/>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68" name="Прямая соединительная линия 67">
            <a:extLst>
              <a:ext uri="{FF2B5EF4-FFF2-40B4-BE49-F238E27FC236}">
                <a16:creationId xmlns:a16="http://schemas.microsoft.com/office/drawing/2014/main" id="{C829FE45-4C4C-4526-BEF4-9F46536DA204}"/>
              </a:ext>
            </a:extLst>
          </p:cNvPr>
          <p:cNvCxnSpPr>
            <a:cxnSpLocks/>
            <a:stCxn id="57" idx="3"/>
            <a:endCxn id="66" idx="0"/>
          </p:cNvCxnSpPr>
          <p:nvPr/>
        </p:nvCxnSpPr>
        <p:spPr>
          <a:xfrm flipH="1">
            <a:off x="7484182" y="3459353"/>
            <a:ext cx="538918" cy="653370"/>
          </a:xfrm>
          <a:prstGeom prst="line">
            <a:avLst/>
          </a:prstGeom>
          <a:ln w="9525"/>
        </p:spPr>
        <p:style>
          <a:lnRef idx="1">
            <a:schemeClr val="dk1"/>
          </a:lnRef>
          <a:fillRef idx="0">
            <a:schemeClr val="dk1"/>
          </a:fillRef>
          <a:effectRef idx="0">
            <a:schemeClr val="dk1"/>
          </a:effectRef>
          <a:fontRef idx="minor">
            <a:schemeClr val="tx1"/>
          </a:fontRef>
        </p:style>
      </p:cxnSp>
      <p:sp>
        <p:nvSpPr>
          <p:cNvPr id="12" name="Куб 11">
            <a:extLst>
              <a:ext uri="{FF2B5EF4-FFF2-40B4-BE49-F238E27FC236}">
                <a16:creationId xmlns:a16="http://schemas.microsoft.com/office/drawing/2014/main" id="{5EF4FECF-B3C7-4282-B72F-55725216D3EA}"/>
              </a:ext>
            </a:extLst>
          </p:cNvPr>
          <p:cNvSpPr/>
          <p:nvPr/>
        </p:nvSpPr>
        <p:spPr>
          <a:xfrm>
            <a:off x="1557933" y="2261118"/>
            <a:ext cx="1800000" cy="1161143"/>
          </a:xfrm>
          <a:prstGeom prst="cube">
            <a:avLst>
              <a:gd name="adj" fmla="val 36635"/>
            </a:avLst>
          </a:prstGeom>
          <a:solidFill>
            <a:srgbClr val="FF993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 стрелкой 60">
            <a:extLst>
              <a:ext uri="{FF2B5EF4-FFF2-40B4-BE49-F238E27FC236}">
                <a16:creationId xmlns:a16="http://schemas.microsoft.com/office/drawing/2014/main" id="{6468B697-99CF-43C6-960D-C2FCF55B8E21}"/>
              </a:ext>
            </a:extLst>
          </p:cNvPr>
          <p:cNvCxnSpPr>
            <a:cxnSpLocks/>
          </p:cNvCxnSpPr>
          <p:nvPr/>
        </p:nvCxnSpPr>
        <p:spPr>
          <a:xfrm>
            <a:off x="2961954" y="3422261"/>
            <a:ext cx="1749867" cy="998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Куб 5">
            <a:extLst>
              <a:ext uri="{FF2B5EF4-FFF2-40B4-BE49-F238E27FC236}">
                <a16:creationId xmlns:a16="http://schemas.microsoft.com/office/drawing/2014/main" id="{785BAE4F-B0C1-4FE9-856E-D9AEF037DCBC}"/>
              </a:ext>
            </a:extLst>
          </p:cNvPr>
          <p:cNvSpPr/>
          <p:nvPr/>
        </p:nvSpPr>
        <p:spPr>
          <a:xfrm>
            <a:off x="8083183" y="2299062"/>
            <a:ext cx="792000" cy="1161143"/>
          </a:xfrm>
          <a:prstGeom prst="cube">
            <a:avLst>
              <a:gd name="adj" fmla="val 36635"/>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Куб 4">
            <a:extLst>
              <a:ext uri="{FF2B5EF4-FFF2-40B4-BE49-F238E27FC236}">
                <a16:creationId xmlns:a16="http://schemas.microsoft.com/office/drawing/2014/main" id="{36488C9D-4C0F-4B23-962E-EC04A0570269}"/>
              </a:ext>
            </a:extLst>
          </p:cNvPr>
          <p:cNvSpPr/>
          <p:nvPr/>
        </p:nvSpPr>
        <p:spPr>
          <a:xfrm>
            <a:off x="8570581" y="2299062"/>
            <a:ext cx="411969" cy="1161143"/>
          </a:xfrm>
          <a:prstGeom prst="cube">
            <a:avLst>
              <a:gd name="adj" fmla="val 71457"/>
            </a:avLst>
          </a:prstGeom>
          <a:solidFill>
            <a:schemeClr val="bg1">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Куб 9">
            <a:extLst>
              <a:ext uri="{FF2B5EF4-FFF2-40B4-BE49-F238E27FC236}">
                <a16:creationId xmlns:a16="http://schemas.microsoft.com/office/drawing/2014/main" id="{1D26A6B7-A2B5-4C7A-9155-837B439DC0BC}"/>
              </a:ext>
            </a:extLst>
          </p:cNvPr>
          <p:cNvSpPr/>
          <p:nvPr/>
        </p:nvSpPr>
        <p:spPr>
          <a:xfrm>
            <a:off x="8686624" y="2298636"/>
            <a:ext cx="508488" cy="1161143"/>
          </a:xfrm>
          <a:prstGeom prst="cube">
            <a:avLst>
              <a:gd name="adj" fmla="val 57721"/>
            </a:avLst>
          </a:prstGeom>
          <a:solidFill>
            <a:srgbClr val="00FF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Куб 10">
            <a:extLst>
              <a:ext uri="{FF2B5EF4-FFF2-40B4-BE49-F238E27FC236}">
                <a16:creationId xmlns:a16="http://schemas.microsoft.com/office/drawing/2014/main" id="{6FF32834-EB10-4D22-B7AA-D8FD64A54B04}"/>
              </a:ext>
            </a:extLst>
          </p:cNvPr>
          <p:cNvSpPr/>
          <p:nvPr/>
        </p:nvSpPr>
        <p:spPr>
          <a:xfrm>
            <a:off x="8903688" y="2305375"/>
            <a:ext cx="411969" cy="1161143"/>
          </a:xfrm>
          <a:prstGeom prst="cube">
            <a:avLst>
              <a:gd name="adj" fmla="val 71457"/>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3AAD479C-48F4-4632-8CA0-644B4189CBF4}"/>
              </a:ext>
            </a:extLst>
          </p:cNvPr>
          <p:cNvSpPr txBox="1"/>
          <p:nvPr/>
        </p:nvSpPr>
        <p:spPr>
          <a:xfrm>
            <a:off x="2330488" y="1757529"/>
            <a:ext cx="441146"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Be</a:t>
            </a:r>
            <a:endParaRPr lang="ru-RU" u="sng"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C065467-D28D-473F-B9B8-DB5089E97643}"/>
              </a:ext>
            </a:extLst>
          </p:cNvPr>
          <p:cNvSpPr txBox="1"/>
          <p:nvPr/>
        </p:nvSpPr>
        <p:spPr>
          <a:xfrm>
            <a:off x="8349368" y="1795473"/>
            <a:ext cx="466794"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Au</a:t>
            </a:r>
            <a:endParaRPr lang="ru-RU" u="sn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F469B61-0465-4E24-9CC4-B5DAD0B17500}"/>
              </a:ext>
            </a:extLst>
          </p:cNvPr>
          <p:cNvSpPr txBox="1"/>
          <p:nvPr/>
        </p:nvSpPr>
        <p:spPr>
          <a:xfrm>
            <a:off x="8818120" y="1795473"/>
            <a:ext cx="381708" cy="369332"/>
          </a:xfrm>
          <a:prstGeom prst="rect">
            <a:avLst/>
          </a:prstGeom>
          <a:noFill/>
        </p:spPr>
        <p:txBody>
          <a:bodyPr wrap="none" rtlCol="0">
            <a:spAutoFit/>
          </a:bodyPr>
          <a:lstStyle/>
          <a:p>
            <a:r>
              <a:rPr lang="en-AU" u="sng" dirty="0">
                <a:latin typeface="Times New Roman" panose="02020603050405020304" pitchFamily="18" charset="0"/>
                <a:cs typeface="Times New Roman" panose="02020603050405020304" pitchFamily="18" charset="0"/>
              </a:rPr>
              <a:t>Ti</a:t>
            </a:r>
            <a:endParaRPr lang="ru-RU" u="sng"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A3BED50-77A5-42E2-ADE0-E155547E6FCC}"/>
              </a:ext>
            </a:extLst>
          </p:cNvPr>
          <p:cNvSpPr txBox="1"/>
          <p:nvPr/>
        </p:nvSpPr>
        <p:spPr>
          <a:xfrm>
            <a:off x="9939458" y="1795047"/>
            <a:ext cx="928459"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ПММА</a:t>
            </a:r>
          </a:p>
        </p:txBody>
      </p:sp>
      <p:sp>
        <p:nvSpPr>
          <p:cNvPr id="20" name="TextBox 19">
            <a:extLst>
              <a:ext uri="{FF2B5EF4-FFF2-40B4-BE49-F238E27FC236}">
                <a16:creationId xmlns:a16="http://schemas.microsoft.com/office/drawing/2014/main" id="{57812A31-CD62-46CF-AAB3-9C81F31B9127}"/>
              </a:ext>
            </a:extLst>
          </p:cNvPr>
          <p:cNvSpPr txBox="1"/>
          <p:nvPr/>
        </p:nvSpPr>
        <p:spPr>
          <a:xfrm>
            <a:off x="9103230" y="1795047"/>
            <a:ext cx="895373" cy="369332"/>
          </a:xfrm>
          <a:prstGeom prst="rect">
            <a:avLst/>
          </a:prstGeom>
          <a:noFill/>
        </p:spPr>
        <p:txBody>
          <a:bodyPr wrap="none" rtlCol="0">
            <a:spAutoFit/>
          </a:bodyPr>
          <a:lstStyle/>
          <a:p>
            <a:r>
              <a:rPr lang="ru-RU" u="sng" dirty="0">
                <a:latin typeface="Times New Roman" panose="02020603050405020304" pitchFamily="18" charset="0"/>
                <a:cs typeface="Times New Roman" panose="02020603050405020304" pitchFamily="18" charset="0"/>
              </a:rPr>
              <a:t>Каптон</a:t>
            </a:r>
          </a:p>
        </p:txBody>
      </p:sp>
      <p:sp>
        <p:nvSpPr>
          <p:cNvPr id="21" name="TextBox 20">
            <a:extLst>
              <a:ext uri="{FF2B5EF4-FFF2-40B4-BE49-F238E27FC236}">
                <a16:creationId xmlns:a16="http://schemas.microsoft.com/office/drawing/2014/main" id="{11277ABD-66B7-4759-869D-08ACF33FD1A5}"/>
              </a:ext>
            </a:extLst>
          </p:cNvPr>
          <p:cNvSpPr txBox="1"/>
          <p:nvPr/>
        </p:nvSpPr>
        <p:spPr>
          <a:xfrm>
            <a:off x="1800465" y="363070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500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63DAEF3-A69A-4BA9-BFD2-B3D878FE59A5}"/>
              </a:ext>
            </a:extLst>
          </p:cNvPr>
          <p:cNvSpPr txBox="1"/>
          <p:nvPr/>
        </p:nvSpPr>
        <p:spPr>
          <a:xfrm>
            <a:off x="4796066" y="3600012"/>
            <a:ext cx="891591"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45</a:t>
            </a:r>
            <a:r>
              <a:rPr lang="ru-RU" dirty="0">
                <a:latin typeface="Times New Roman" panose="02020603050405020304" pitchFamily="18" charset="0"/>
                <a:cs typeface="Times New Roman" panose="02020603050405020304" pitchFamily="18" charset="0"/>
              </a:rPr>
              <a:t>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A70562-F77A-437D-9EC6-F72BD0639582}"/>
              </a:ext>
            </a:extLst>
          </p:cNvPr>
          <p:cNvSpPr txBox="1"/>
          <p:nvPr/>
        </p:nvSpPr>
        <p:spPr>
          <a:xfrm>
            <a:off x="8226193" y="4123096"/>
            <a:ext cx="833883"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2.3</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8BACE2A-DF2A-42C5-9C5D-0E8AE09F7D80}"/>
              </a:ext>
            </a:extLst>
          </p:cNvPr>
          <p:cNvSpPr txBox="1"/>
          <p:nvPr/>
        </p:nvSpPr>
        <p:spPr>
          <a:xfrm>
            <a:off x="7881399" y="3668220"/>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22</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99569056-7D14-4B08-8506-6B6D7B453C6F}"/>
              </a:ext>
            </a:extLst>
          </p:cNvPr>
          <p:cNvSpPr txBox="1"/>
          <p:nvPr/>
        </p:nvSpPr>
        <p:spPr>
          <a:xfrm>
            <a:off x="9039067" y="3794566"/>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25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EE54F66-BF0E-4066-B2A4-DDC185CECF29}"/>
              </a:ext>
            </a:extLst>
          </p:cNvPr>
          <p:cNvSpPr txBox="1"/>
          <p:nvPr/>
        </p:nvSpPr>
        <p:spPr>
          <a:xfrm>
            <a:off x="9229595" y="3479347"/>
            <a:ext cx="776175"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cxnSp>
        <p:nvCxnSpPr>
          <p:cNvPr id="30" name="Прямая соединительная линия 29">
            <a:extLst>
              <a:ext uri="{FF2B5EF4-FFF2-40B4-BE49-F238E27FC236}">
                <a16:creationId xmlns:a16="http://schemas.microsoft.com/office/drawing/2014/main" id="{D3A355AB-5C1C-4983-B2A0-1D82C2F789B2}"/>
              </a:ext>
            </a:extLst>
          </p:cNvPr>
          <p:cNvCxnSpPr>
            <a:cxnSpLocks/>
          </p:cNvCxnSpPr>
          <p:nvPr/>
        </p:nvCxnSpPr>
        <p:spPr>
          <a:xfrm>
            <a:off x="2552049" y="2055823"/>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E3F1F5D2-ED4E-47EF-B3D1-228D38AE3662}"/>
              </a:ext>
            </a:extLst>
          </p:cNvPr>
          <p:cNvCxnSpPr>
            <a:cxnSpLocks/>
          </p:cNvCxnSpPr>
          <p:nvPr/>
        </p:nvCxnSpPr>
        <p:spPr>
          <a:xfrm>
            <a:off x="8582765" y="2096485"/>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C460CB1F-7331-45B8-B6A2-7F0A7AEC2DF0}"/>
              </a:ext>
            </a:extLst>
          </p:cNvPr>
          <p:cNvCxnSpPr>
            <a:cxnSpLocks/>
          </p:cNvCxnSpPr>
          <p:nvPr/>
        </p:nvCxnSpPr>
        <p:spPr>
          <a:xfrm flipH="1">
            <a:off x="8846231" y="2083140"/>
            <a:ext cx="144882" cy="293296"/>
          </a:xfrm>
          <a:prstGeom prst="line">
            <a:avLst/>
          </a:prstGeom>
          <a:ln w="9525"/>
        </p:spPr>
        <p:style>
          <a:lnRef idx="1">
            <a:schemeClr val="dk1"/>
          </a:lnRef>
          <a:fillRef idx="0">
            <a:schemeClr val="dk1"/>
          </a:fillRef>
          <a:effectRef idx="0">
            <a:schemeClr val="dk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AF990367-1AFC-4EAB-953E-5B40D626BE63}"/>
              </a:ext>
            </a:extLst>
          </p:cNvPr>
          <p:cNvCxnSpPr>
            <a:cxnSpLocks/>
          </p:cNvCxnSpPr>
          <p:nvPr/>
        </p:nvCxnSpPr>
        <p:spPr>
          <a:xfrm flipH="1">
            <a:off x="8984508" y="2096485"/>
            <a:ext cx="464848" cy="31657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3504BC9F-2E2A-4A3A-A992-851A4E51B15D}"/>
              </a:ext>
            </a:extLst>
          </p:cNvPr>
          <p:cNvCxnSpPr>
            <a:cxnSpLocks/>
          </p:cNvCxnSpPr>
          <p:nvPr/>
        </p:nvCxnSpPr>
        <p:spPr>
          <a:xfrm flipH="1">
            <a:off x="9147454" y="2096485"/>
            <a:ext cx="1213067" cy="333478"/>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B68B2227-1448-48F9-8CF1-76284A8E0A95}"/>
              </a:ext>
            </a:extLst>
          </p:cNvPr>
          <p:cNvCxnSpPr>
            <a:cxnSpLocks/>
          </p:cNvCxnSpPr>
          <p:nvPr/>
        </p:nvCxnSpPr>
        <p:spPr>
          <a:xfrm>
            <a:off x="2246261" y="3422261"/>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D150E15-E9BD-4EAD-AFDC-12BFFC3586DC}"/>
              </a:ext>
            </a:extLst>
          </p:cNvPr>
          <p:cNvCxnSpPr>
            <a:cxnSpLocks/>
          </p:cNvCxnSpPr>
          <p:nvPr/>
        </p:nvCxnSpPr>
        <p:spPr>
          <a:xfrm>
            <a:off x="5316199" y="3391145"/>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C1A67181-4F1A-4E2E-8631-72651DC514F5}"/>
              </a:ext>
            </a:extLst>
          </p:cNvPr>
          <p:cNvCxnSpPr>
            <a:cxnSpLocks/>
          </p:cNvCxnSpPr>
          <p:nvPr/>
        </p:nvCxnSpPr>
        <p:spPr>
          <a:xfrm>
            <a:off x="8226193" y="3460205"/>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Прямая соединительная линия 49">
            <a:extLst>
              <a:ext uri="{FF2B5EF4-FFF2-40B4-BE49-F238E27FC236}">
                <a16:creationId xmlns:a16="http://schemas.microsoft.com/office/drawing/2014/main" id="{7101C9C2-6F98-4D52-948A-F03C7E32917E}"/>
              </a:ext>
            </a:extLst>
          </p:cNvPr>
          <p:cNvCxnSpPr>
            <a:cxnSpLocks/>
            <a:endCxn id="25" idx="0"/>
          </p:cNvCxnSpPr>
          <p:nvPr/>
        </p:nvCxnSpPr>
        <p:spPr>
          <a:xfrm>
            <a:off x="8643134" y="3459779"/>
            <a:ext cx="1" cy="663317"/>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C9B131D3-46B1-48DA-A571-6168109B7E14}"/>
              </a:ext>
            </a:extLst>
          </p:cNvPr>
          <p:cNvCxnSpPr>
            <a:cxnSpLocks/>
          </p:cNvCxnSpPr>
          <p:nvPr/>
        </p:nvCxnSpPr>
        <p:spPr>
          <a:xfrm>
            <a:off x="8763702" y="3459779"/>
            <a:ext cx="339528" cy="38355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3" name="Прямая соединительная линия 52">
            <a:extLst>
              <a:ext uri="{FF2B5EF4-FFF2-40B4-BE49-F238E27FC236}">
                <a16:creationId xmlns:a16="http://schemas.microsoft.com/office/drawing/2014/main" id="{A9867FEE-E4D7-49AA-9DE0-0899A002D369}"/>
              </a:ext>
            </a:extLst>
          </p:cNvPr>
          <p:cNvCxnSpPr>
            <a:cxnSpLocks/>
            <a:stCxn id="11" idx="3"/>
          </p:cNvCxnSpPr>
          <p:nvPr/>
        </p:nvCxnSpPr>
        <p:spPr>
          <a:xfrm>
            <a:off x="8962482" y="3466518"/>
            <a:ext cx="335526" cy="15838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59" name="Прямая со стрелкой 58">
            <a:extLst>
              <a:ext uri="{FF2B5EF4-FFF2-40B4-BE49-F238E27FC236}">
                <a16:creationId xmlns:a16="http://schemas.microsoft.com/office/drawing/2014/main" id="{4826148A-89A2-4CEC-A289-89DFE21FBF89}"/>
              </a:ext>
            </a:extLst>
          </p:cNvPr>
          <p:cNvCxnSpPr>
            <a:cxnSpLocks/>
          </p:cNvCxnSpPr>
          <p:nvPr/>
        </p:nvCxnSpPr>
        <p:spPr>
          <a:xfrm>
            <a:off x="5920727" y="3449465"/>
            <a:ext cx="2014982" cy="4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9B9AEE0-53A1-4582-A594-8F197C9907E8}"/>
              </a:ext>
            </a:extLst>
          </p:cNvPr>
          <p:cNvSpPr txBox="1"/>
          <p:nvPr/>
        </p:nvSpPr>
        <p:spPr>
          <a:xfrm>
            <a:off x="6624916" y="3118455"/>
            <a:ext cx="755335"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 с</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FDC42810-8148-4198-9B21-FEF1CB1F1796}"/>
              </a:ext>
            </a:extLst>
          </p:cNvPr>
          <p:cNvSpPr txBox="1"/>
          <p:nvPr/>
        </p:nvSpPr>
        <p:spPr>
          <a:xfrm>
            <a:off x="3485111" y="3085790"/>
            <a:ext cx="813043" cy="369332"/>
          </a:xfrm>
          <a:prstGeom prst="rect">
            <a:avLst/>
          </a:prstGeom>
          <a:noFill/>
        </p:spPr>
        <p:txBody>
          <a:bodyPr wrap="none" rtlCol="0">
            <a:spAutoFit/>
          </a:bodyPr>
          <a:lstStyle/>
          <a:p>
            <a:r>
              <a:rPr lang="ru-RU" i="1" dirty="0">
                <a:latin typeface="Times New Roman" panose="02020603050405020304" pitchFamily="18" charset="0"/>
                <a:cs typeface="Times New Roman" panose="02020603050405020304" pitchFamily="18" charset="0"/>
              </a:rPr>
              <a:t>20.3 </a:t>
            </a:r>
            <a:r>
              <a:rPr lang="en-AU" i="1" dirty="0">
                <a:latin typeface="Times New Roman" panose="02020603050405020304" pitchFamily="18" charset="0"/>
                <a:cs typeface="Times New Roman" panose="02020603050405020304" pitchFamily="18" charset="0"/>
              </a:rPr>
              <a:t>m</a:t>
            </a:r>
            <a:endParaRPr lang="ru-RU" i="1" dirty="0">
              <a:latin typeface="Times New Roman" panose="02020603050405020304" pitchFamily="18" charset="0"/>
              <a:cs typeface="Times New Roman" panose="02020603050405020304" pitchFamily="18" charset="0"/>
            </a:endParaRPr>
          </a:p>
        </p:txBody>
      </p:sp>
      <p:cxnSp>
        <p:nvCxnSpPr>
          <p:cNvPr id="44" name="Прямая со стрелкой 43">
            <a:extLst>
              <a:ext uri="{FF2B5EF4-FFF2-40B4-BE49-F238E27FC236}">
                <a16:creationId xmlns:a16="http://schemas.microsoft.com/office/drawing/2014/main" id="{0DAD8963-D463-45D3-8365-EECB4398E585}"/>
              </a:ext>
            </a:extLst>
          </p:cNvPr>
          <p:cNvCxnSpPr>
            <a:cxnSpLocks/>
            <a:stCxn id="16" idx="0"/>
            <a:endCxn id="51" idx="2"/>
          </p:cNvCxnSpPr>
          <p:nvPr/>
        </p:nvCxnSpPr>
        <p:spPr>
          <a:xfrm flipH="1" flipV="1">
            <a:off x="7349468" y="1315254"/>
            <a:ext cx="1233297"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Прямая со стрелкой 57">
            <a:extLst>
              <a:ext uri="{FF2B5EF4-FFF2-40B4-BE49-F238E27FC236}">
                <a16:creationId xmlns:a16="http://schemas.microsoft.com/office/drawing/2014/main" id="{31A1F768-0AB0-4CCD-A879-03920B85859B}"/>
              </a:ext>
            </a:extLst>
          </p:cNvPr>
          <p:cNvCxnSpPr>
            <a:cxnSpLocks/>
            <a:stCxn id="16" idx="0"/>
            <a:endCxn id="54" idx="2"/>
          </p:cNvCxnSpPr>
          <p:nvPr/>
        </p:nvCxnSpPr>
        <p:spPr>
          <a:xfrm flipH="1" flipV="1">
            <a:off x="8179016" y="1315254"/>
            <a:ext cx="403749"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8473ECB-530C-4989-96FF-16B5B07D387D}"/>
              </a:ext>
            </a:extLst>
          </p:cNvPr>
          <p:cNvCxnSpPr>
            <a:cxnSpLocks/>
            <a:stCxn id="16" idx="0"/>
            <a:endCxn id="55" idx="2"/>
          </p:cNvCxnSpPr>
          <p:nvPr/>
        </p:nvCxnSpPr>
        <p:spPr>
          <a:xfrm flipV="1">
            <a:off x="8582765" y="1305698"/>
            <a:ext cx="425799" cy="4897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Прямая со стрелкой 63">
            <a:extLst>
              <a:ext uri="{FF2B5EF4-FFF2-40B4-BE49-F238E27FC236}">
                <a16:creationId xmlns:a16="http://schemas.microsoft.com/office/drawing/2014/main" id="{605CFEF7-5E12-4A9D-A589-C7410C47345E}"/>
              </a:ext>
            </a:extLst>
          </p:cNvPr>
          <p:cNvCxnSpPr>
            <a:cxnSpLocks/>
            <a:stCxn id="16" idx="0"/>
            <a:endCxn id="56" idx="2"/>
          </p:cNvCxnSpPr>
          <p:nvPr/>
        </p:nvCxnSpPr>
        <p:spPr>
          <a:xfrm flipV="1">
            <a:off x="8582765" y="1315254"/>
            <a:ext cx="1247226" cy="480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1" name="Группа 80">
            <a:extLst>
              <a:ext uri="{FF2B5EF4-FFF2-40B4-BE49-F238E27FC236}">
                <a16:creationId xmlns:a16="http://schemas.microsoft.com/office/drawing/2014/main" id="{9ED125B5-C2CD-4417-94AD-43D7007601D2}"/>
              </a:ext>
            </a:extLst>
          </p:cNvPr>
          <p:cNvGrpSpPr/>
          <p:nvPr/>
        </p:nvGrpSpPr>
        <p:grpSpPr>
          <a:xfrm>
            <a:off x="6962333" y="354949"/>
            <a:ext cx="3361601" cy="960305"/>
            <a:chOff x="7638638" y="373123"/>
            <a:chExt cx="3361601" cy="960305"/>
          </a:xfrm>
        </p:grpSpPr>
        <p:grpSp>
          <p:nvGrpSpPr>
            <p:cNvPr id="7" name="Группа 6">
              <a:extLst>
                <a:ext uri="{FF2B5EF4-FFF2-40B4-BE49-F238E27FC236}">
                  <a16:creationId xmlns:a16="http://schemas.microsoft.com/office/drawing/2014/main" id="{B9C5257D-86B6-4B54-8FBB-FB02B0FE90D6}"/>
                </a:ext>
              </a:extLst>
            </p:cNvPr>
            <p:cNvGrpSpPr/>
            <p:nvPr/>
          </p:nvGrpSpPr>
          <p:grpSpPr>
            <a:xfrm>
              <a:off x="7735385" y="743096"/>
              <a:ext cx="3061299" cy="590332"/>
              <a:chOff x="7351002" y="717936"/>
              <a:chExt cx="3061299" cy="590332"/>
            </a:xfrm>
          </p:grpSpPr>
          <p:sp>
            <p:nvSpPr>
              <p:cNvPr id="51" name="Рамка 50">
                <a:extLst>
                  <a:ext uri="{FF2B5EF4-FFF2-40B4-BE49-F238E27FC236}">
                    <a16:creationId xmlns:a16="http://schemas.microsoft.com/office/drawing/2014/main" id="{59246F63-BE0C-497F-90ED-1F2224E6730D}"/>
                  </a:ext>
                </a:extLst>
              </p:cNvPr>
              <p:cNvSpPr/>
              <p:nvPr/>
            </p:nvSpPr>
            <p:spPr>
              <a:xfrm>
                <a:off x="7351002" y="727492"/>
                <a:ext cx="580776" cy="580776"/>
              </a:xfrm>
              <a:prstGeom prst="frame">
                <a:avLst>
                  <a:gd name="adj1" fmla="val 30751"/>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Рамка 53">
                <a:extLst>
                  <a:ext uri="{FF2B5EF4-FFF2-40B4-BE49-F238E27FC236}">
                    <a16:creationId xmlns:a16="http://schemas.microsoft.com/office/drawing/2014/main" id="{3EE92A0E-7AC2-4274-AA9F-A32B9578E75A}"/>
                  </a:ext>
                </a:extLst>
              </p:cNvPr>
              <p:cNvSpPr/>
              <p:nvPr/>
            </p:nvSpPr>
            <p:spPr>
              <a:xfrm>
                <a:off x="8180550" y="727492"/>
                <a:ext cx="580776" cy="580776"/>
              </a:xfrm>
              <a:prstGeom prst="frame">
                <a:avLst>
                  <a:gd name="adj1" fmla="val 22879"/>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амка 54">
                <a:extLst>
                  <a:ext uri="{FF2B5EF4-FFF2-40B4-BE49-F238E27FC236}">
                    <a16:creationId xmlns:a16="http://schemas.microsoft.com/office/drawing/2014/main" id="{983FBFD6-2000-4295-8838-ACBB0A830D94}"/>
                  </a:ext>
                </a:extLst>
              </p:cNvPr>
              <p:cNvSpPr/>
              <p:nvPr/>
            </p:nvSpPr>
            <p:spPr>
              <a:xfrm>
                <a:off x="9010098" y="717936"/>
                <a:ext cx="580776" cy="580776"/>
              </a:xfrm>
              <a:prstGeom prst="frame">
                <a:avLst>
                  <a:gd name="adj1" fmla="val 18156"/>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Рамка 55">
                <a:extLst>
                  <a:ext uri="{FF2B5EF4-FFF2-40B4-BE49-F238E27FC236}">
                    <a16:creationId xmlns:a16="http://schemas.microsoft.com/office/drawing/2014/main" id="{D303F293-D848-4B06-B3E5-DFD67FAEAB4B}"/>
                  </a:ext>
                </a:extLst>
              </p:cNvPr>
              <p:cNvSpPr/>
              <p:nvPr/>
            </p:nvSpPr>
            <p:spPr>
              <a:xfrm>
                <a:off x="9831525" y="727492"/>
                <a:ext cx="580776" cy="580776"/>
              </a:xfrm>
              <a:prstGeom prst="frame">
                <a:avLst>
                  <a:gd name="adj1" fmla="val 11858"/>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grpSp>
        <p:sp>
          <p:nvSpPr>
            <p:cNvPr id="69" name="TextBox 68">
              <a:extLst>
                <a:ext uri="{FF2B5EF4-FFF2-40B4-BE49-F238E27FC236}">
                  <a16:creationId xmlns:a16="http://schemas.microsoft.com/office/drawing/2014/main" id="{F7BACE35-DC86-482C-9388-69D54A1EACDF}"/>
                </a:ext>
              </a:extLst>
            </p:cNvPr>
            <p:cNvSpPr txBox="1"/>
            <p:nvPr/>
          </p:nvSpPr>
          <p:spPr>
            <a:xfrm>
              <a:off x="7638638" y="373123"/>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15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10BDE32C-1141-4C14-A4D7-AF506D708070}"/>
                </a:ext>
              </a:extLst>
            </p:cNvPr>
            <p:cNvSpPr txBox="1"/>
            <p:nvPr/>
          </p:nvSpPr>
          <p:spPr>
            <a:xfrm>
              <a:off x="8409525" y="373123"/>
              <a:ext cx="776175" cy="369332"/>
            </a:xfrm>
            <a:prstGeom prst="rect">
              <a:avLst/>
            </a:prstGeom>
            <a:noFill/>
          </p:spPr>
          <p:txBody>
            <a:bodyPr wrap="none" rtlCol="0">
              <a:spAutoFit/>
            </a:bodyPr>
            <a:lstStyle/>
            <a:p>
              <a:r>
                <a:rPr lang="en-AU" dirty="0">
                  <a:latin typeface="Times New Roman" panose="02020603050405020304" pitchFamily="18" charset="0"/>
                  <a:cs typeface="Times New Roman" panose="02020603050405020304" pitchFamily="18" charset="0"/>
                </a:rPr>
                <a:t>20</a:t>
              </a:r>
              <a:r>
                <a:rPr lang="ru-RU"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9DD6694-3BF3-4B3C-8564-D5C5A0DA62FC}"/>
                </a:ext>
              </a:extLst>
            </p:cNvPr>
            <p:cNvSpPr txBox="1"/>
            <p:nvPr/>
          </p:nvSpPr>
          <p:spPr>
            <a:xfrm>
              <a:off x="9279619" y="384798"/>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300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4F23A55D-EFC8-4715-BD9B-C16543A441BB}"/>
                </a:ext>
              </a:extLst>
            </p:cNvPr>
            <p:cNvSpPr txBox="1"/>
            <p:nvPr/>
          </p:nvSpPr>
          <p:spPr>
            <a:xfrm>
              <a:off x="10108648" y="378542"/>
              <a:ext cx="891591"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600 </a:t>
              </a:r>
              <a:r>
                <a:rPr lang="el-GR" dirty="0">
                  <a:latin typeface="Times New Roman" panose="02020603050405020304" pitchFamily="18" charset="0"/>
                  <a:cs typeface="Times New Roman" panose="02020603050405020304" pitchFamily="18" charset="0"/>
                </a:rPr>
                <a:t>μ</a:t>
              </a:r>
              <a:r>
                <a:rPr lang="en-AU" dirty="0">
                  <a:latin typeface="Times New Roman" panose="02020603050405020304" pitchFamily="18" charset="0"/>
                  <a:cs typeface="Times New Roman" panose="02020603050405020304" pitchFamily="18" charset="0"/>
                </a:rPr>
                <a:t>m</a:t>
              </a:r>
              <a:endParaRPr lang="ru-RU" dirty="0">
                <a:latin typeface="Times New Roman" panose="02020603050405020304" pitchFamily="18" charset="0"/>
                <a:cs typeface="Times New Roman" panose="02020603050405020304" pitchFamily="18" charset="0"/>
              </a:endParaRPr>
            </a:p>
          </p:txBody>
        </p:sp>
      </p:grpSp>
      <p:sp>
        <p:nvSpPr>
          <p:cNvPr id="63" name="Куб 62">
            <a:extLst>
              <a:ext uri="{FF2B5EF4-FFF2-40B4-BE49-F238E27FC236}">
                <a16:creationId xmlns:a16="http://schemas.microsoft.com/office/drawing/2014/main" id="{542FCC37-F735-4831-A6E9-AE7698A6B257}"/>
              </a:ext>
            </a:extLst>
          </p:cNvPr>
          <p:cNvSpPr/>
          <p:nvPr/>
        </p:nvSpPr>
        <p:spPr>
          <a:xfrm>
            <a:off x="4722108" y="2267857"/>
            <a:ext cx="1620000" cy="1161143"/>
          </a:xfrm>
          <a:prstGeom prst="cube">
            <a:avLst>
              <a:gd name="adj" fmla="val 36635"/>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6E88BEEB-D19E-44A0-9E8A-492E0F0E95C9}"/>
              </a:ext>
            </a:extLst>
          </p:cNvPr>
          <p:cNvSpPr txBox="1"/>
          <p:nvPr/>
        </p:nvSpPr>
        <p:spPr>
          <a:xfrm>
            <a:off x="5447045" y="1768015"/>
            <a:ext cx="415498" cy="369332"/>
          </a:xfrm>
          <a:prstGeom prst="rect">
            <a:avLst/>
          </a:prstGeom>
          <a:noFill/>
        </p:spPr>
        <p:txBody>
          <a:bodyPr wrap="square" rtlCol="0">
            <a:spAutoFit/>
          </a:bodyPr>
          <a:lstStyle/>
          <a:p>
            <a:r>
              <a:rPr lang="en-AU" u="sng" dirty="0">
                <a:latin typeface="Times New Roman" panose="02020603050405020304" pitchFamily="18" charset="0"/>
                <a:cs typeface="Times New Roman" panose="02020603050405020304" pitchFamily="18" charset="0"/>
              </a:rPr>
              <a:t>Al</a:t>
            </a:r>
            <a:endParaRPr lang="ru-RU" u="sng" dirty="0">
              <a:latin typeface="Times New Roman" panose="02020603050405020304" pitchFamily="18" charset="0"/>
              <a:cs typeface="Times New Roman" panose="02020603050405020304" pitchFamily="18" charset="0"/>
            </a:endParaRPr>
          </a:p>
        </p:txBody>
      </p:sp>
      <p:cxnSp>
        <p:nvCxnSpPr>
          <p:cNvPr id="31" name="Прямая соединительная линия 30">
            <a:extLst>
              <a:ext uri="{FF2B5EF4-FFF2-40B4-BE49-F238E27FC236}">
                <a16:creationId xmlns:a16="http://schemas.microsoft.com/office/drawing/2014/main" id="{96DAF6F1-748A-4332-A950-B7E81675D200}"/>
              </a:ext>
            </a:extLst>
          </p:cNvPr>
          <p:cNvCxnSpPr>
            <a:cxnSpLocks/>
          </p:cNvCxnSpPr>
          <p:nvPr/>
        </p:nvCxnSpPr>
        <p:spPr>
          <a:xfrm>
            <a:off x="5654794" y="2069027"/>
            <a:ext cx="0" cy="269358"/>
          </a:xfrm>
          <a:prstGeom prst="line">
            <a:avLst/>
          </a:prstGeom>
          <a:ln w="9525"/>
        </p:spPr>
        <p:style>
          <a:lnRef idx="1">
            <a:schemeClr val="dk1"/>
          </a:lnRef>
          <a:fillRef idx="0">
            <a:schemeClr val="dk1"/>
          </a:fillRef>
          <a:effectRef idx="0">
            <a:schemeClr val="dk1"/>
          </a:effectRef>
          <a:fontRef idx="minor">
            <a:schemeClr val="tx1"/>
          </a:fontRef>
        </p:style>
      </p:cxnSp>
      <p:cxnSp>
        <p:nvCxnSpPr>
          <p:cNvPr id="71" name="Прямая соединительная линия 70">
            <a:extLst>
              <a:ext uri="{FF2B5EF4-FFF2-40B4-BE49-F238E27FC236}">
                <a16:creationId xmlns:a16="http://schemas.microsoft.com/office/drawing/2014/main" id="{A016C34E-E8CF-48EB-BFCE-48CE8892042A}"/>
              </a:ext>
            </a:extLst>
          </p:cNvPr>
          <p:cNvCxnSpPr>
            <a:cxnSpLocks/>
          </p:cNvCxnSpPr>
          <p:nvPr/>
        </p:nvCxnSpPr>
        <p:spPr>
          <a:xfrm>
            <a:off x="8147584" y="2093100"/>
            <a:ext cx="46891" cy="293346"/>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4872563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748</Words>
  <Application>Microsoft Office PowerPoint</Application>
  <PresentationFormat>Широкоэкранный</PresentationFormat>
  <Paragraphs>138</Paragraphs>
  <Slides>5</Slides>
  <Notes>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vt:i4>
      </vt:variant>
    </vt:vector>
  </HeadingPairs>
  <TitlesOfParts>
    <vt:vector size="10" baseType="lpstr">
      <vt:lpstr>Arial</vt:lpstr>
      <vt:lpstr>Calibri</vt:lpstr>
      <vt:lpstr>Calibri Light</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Арина Неустроева</dc:creator>
  <cp:lastModifiedBy>Арина Неустроева</cp:lastModifiedBy>
  <cp:revision>18</cp:revision>
  <dcterms:created xsi:type="dcterms:W3CDTF">2026-06-17T10:46:27Z</dcterms:created>
  <dcterms:modified xsi:type="dcterms:W3CDTF">2026-06-20T10:09:41Z</dcterms:modified>
</cp:coreProperties>
</file>